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4"/>
  </p:sldMasterIdLst>
  <p:notesMasterIdLst>
    <p:notesMasterId r:id="rId10"/>
  </p:notesMasterIdLst>
  <p:sldIdLst>
    <p:sldId id="256" r:id="rId5"/>
    <p:sldId id="322" r:id="rId6"/>
    <p:sldId id="290" r:id="rId7"/>
    <p:sldId id="295" r:id="rId8"/>
    <p:sldId id="280" r:id="rId9"/>
  </p:sldIdLst>
  <p:sldSz cx="9144000" cy="5143500" type="screen16x9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  <p:embeddedFont>
      <p:font typeface="Nixie One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FDDE7-3C51-44B9-B7F0-1CBB7FEDBE06}" v="4" dt="2025-10-07T09:17:02.081"/>
  </p1510:revLst>
</p1510:revInfo>
</file>

<file path=ppt/tableStyles.xml><?xml version="1.0" encoding="utf-8"?>
<a:tblStyleLst xmlns:a="http://schemas.openxmlformats.org/drawingml/2006/main" def="{EF37BB4D-52B8-4551-BC7E-8E89F96EB5F1}">
  <a:tblStyle styleId="{EF37BB4D-52B8-4551-BC7E-8E89F96EB5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6" autoAdjust="0"/>
  </p:normalViewPr>
  <p:slideViewPr>
    <p:cSldViewPr>
      <p:cViewPr varScale="1">
        <p:scale>
          <a:sx n="140" d="100"/>
          <a:sy n="140" d="100"/>
        </p:scale>
        <p:origin x="77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maa Ahmed" userId="S::asmahmed@iti.gov.eg::5c26a790-5495-4a93-b114-be49fe23fe79" providerId="AD" clId="Web-{894FDDE7-3C51-44B9-B7F0-1CBB7FEDBE06}"/>
    <pc:docChg chg="delSld">
      <pc:chgData name="Asmaa Ahmed" userId="S::asmahmed@iti.gov.eg::5c26a790-5495-4a93-b114-be49fe23fe79" providerId="AD" clId="Web-{894FDDE7-3C51-44B9-B7F0-1CBB7FEDBE06}" dt="2025-10-07T09:17:02.081" v="3"/>
      <pc:docMkLst>
        <pc:docMk/>
      </pc:docMkLst>
      <pc:sldChg chg="del">
        <pc:chgData name="Asmaa Ahmed" userId="S::asmahmed@iti.gov.eg::5c26a790-5495-4a93-b114-be49fe23fe79" providerId="AD" clId="Web-{894FDDE7-3C51-44B9-B7F0-1CBB7FEDBE06}" dt="2025-10-07T09:17:02.066" v="2"/>
        <pc:sldMkLst>
          <pc:docMk/>
          <pc:sldMk cId="0" sldId="259"/>
        </pc:sldMkLst>
      </pc:sldChg>
      <pc:sldChg chg="del">
        <pc:chgData name="Asmaa Ahmed" userId="S::asmahmed@iti.gov.eg::5c26a790-5495-4a93-b114-be49fe23fe79" providerId="AD" clId="Web-{894FDDE7-3C51-44B9-B7F0-1CBB7FEDBE06}" dt="2025-10-07T09:17:02.066" v="1"/>
        <pc:sldMkLst>
          <pc:docMk/>
          <pc:sldMk cId="2998358217" sldId="287"/>
        </pc:sldMkLst>
      </pc:sldChg>
      <pc:sldChg chg="del">
        <pc:chgData name="Asmaa Ahmed" userId="S::asmahmed@iti.gov.eg::5c26a790-5495-4a93-b114-be49fe23fe79" providerId="AD" clId="Web-{894FDDE7-3C51-44B9-B7F0-1CBB7FEDBE06}" dt="2025-10-07T09:17:02.081" v="3"/>
        <pc:sldMkLst>
          <pc:docMk/>
          <pc:sldMk cId="3174793072" sldId="317"/>
        </pc:sldMkLst>
      </pc:sldChg>
      <pc:sldChg chg="del">
        <pc:chgData name="Asmaa Ahmed" userId="S::asmahmed@iti.gov.eg::5c26a790-5495-4a93-b114-be49fe23fe79" providerId="AD" clId="Web-{894FDDE7-3C51-44B9-B7F0-1CBB7FEDBE06}" dt="2025-10-07T09:17:02.066" v="0"/>
        <pc:sldMkLst>
          <pc:docMk/>
          <pc:sldMk cId="513425938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1722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140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 rot="10800000" flipH="1">
            <a:off x="-94969" y="303826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3"/>
          <p:cNvSpPr/>
          <p:nvPr/>
        </p:nvSpPr>
        <p:spPr>
          <a:xfrm rot="5400000">
            <a:off x="559400" y="1538825"/>
            <a:ext cx="1788000" cy="2064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3"/>
          <p:cNvSpPr txBox="1">
            <a:spLocks noGrp="1"/>
          </p:cNvSpPr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subTitle" idx="1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 rot="10800000" flipH="1">
            <a:off x="66674" y="31354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828675" y="35165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 rot="10800000" flipH="1">
            <a:off x="761999" y="8779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/>
          <p:nvPr/>
        </p:nvSpPr>
        <p:spPr>
          <a:xfrm rot="10800000" flipH="1">
            <a:off x="793851" y="4692801"/>
            <a:ext cx="517500" cy="4479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58" name="Google Shape;58;p3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393600" y="334662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2" name="Google Shape;62;p3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19B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1" name="Google Shape;71;p3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" name="Google Shape;75;p3"/>
          <p:cNvSpPr/>
          <p:nvPr/>
        </p:nvSpPr>
        <p:spPr>
          <a:xfrm rot="10800000" flipH="1">
            <a:off x="733424" y="393602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rot="10800000" flipH="1">
            <a:off x="738525" y="10085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10800000" flipH="1">
            <a:off x="-291325" y="4148475"/>
            <a:ext cx="1182300" cy="1023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 rot="10800000" flipH="1">
            <a:off x="420725" y="-652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19338" y="416705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1" name="Google Shape;81;p3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3"/>
          <p:cNvSpPr/>
          <p:nvPr/>
        </p:nvSpPr>
        <p:spPr>
          <a:xfrm>
            <a:off x="47199" y="4430470"/>
            <a:ext cx="505231" cy="45956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 rot="10800000" flipH="1">
            <a:off x="8218352" y="4121459"/>
            <a:ext cx="685200" cy="59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0"/>
          <p:cNvSpPr/>
          <p:nvPr/>
        </p:nvSpPr>
        <p:spPr>
          <a:xfrm rot="5400000">
            <a:off x="388487" y="105212"/>
            <a:ext cx="944100" cy="109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0"/>
          <p:cNvSpPr/>
          <p:nvPr/>
        </p:nvSpPr>
        <p:spPr>
          <a:xfrm rot="10800000" flipH="1">
            <a:off x="-123825" y="847791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 rot="10800000" flipH="1">
            <a:off x="503116" y="1161450"/>
            <a:ext cx="352800" cy="305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 rot="10800000" flipH="1">
            <a:off x="1208424" y="-131812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 rot="10800000" flipH="1">
            <a:off x="247753" y="49693"/>
            <a:ext cx="295200" cy="255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 rot="10800000" flipH="1">
            <a:off x="8763568" y="4485979"/>
            <a:ext cx="543000" cy="470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 rot="10800000" flipH="1">
            <a:off x="8523810" y="4741100"/>
            <a:ext cx="284100" cy="2457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 rot="10800000" flipH="1">
            <a:off x="8322785" y="3628023"/>
            <a:ext cx="543000" cy="470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 rot="10800000" flipH="1">
            <a:off x="8763569" y="4009882"/>
            <a:ext cx="237600" cy="2058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524000" y="2343150"/>
            <a:ext cx="6343500" cy="14181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JS Design Pattern Day2</a:t>
            </a:r>
            <a:br>
              <a:rPr lang="en" sz="3200" b="1" dirty="0"/>
            </a:br>
            <a:br>
              <a:rPr lang="en" sz="3200" dirty="0"/>
            </a:br>
            <a:r>
              <a:rPr lang="en" sz="3200" dirty="0"/>
              <a:t>Presented By :Asmaa Ahmed</a:t>
            </a:r>
            <a:br>
              <a:rPr lang="en" sz="3200" dirty="0"/>
            </a:br>
            <a:br>
              <a:rPr lang="en" sz="3200" dirty="0"/>
            </a:b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 txBox="1">
            <a:spLocks noGrp="1"/>
          </p:cNvSpPr>
          <p:nvPr>
            <p:ph type="ctrTitle" idx="4294967295"/>
          </p:nvPr>
        </p:nvSpPr>
        <p:spPr>
          <a:xfrm>
            <a:off x="1676400" y="133350"/>
            <a:ext cx="6705600" cy="12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b="1" dirty="0"/>
              <a:t>Solid Principles</a:t>
            </a:r>
          </a:p>
        </p:txBody>
      </p:sp>
      <p:sp>
        <p:nvSpPr>
          <p:cNvPr id="354" name="Google Shape;354;p13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AutoShape 2" descr="Types of Design Pattern - Scaler Topics">
            <a:extLst>
              <a:ext uri="{FF2B5EF4-FFF2-40B4-BE49-F238E27FC236}">
                <a16:creationId xmlns:a16="http://schemas.microsoft.com/office/drawing/2014/main" id="{064B4161-587B-FC82-04E8-B2A78BFE66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Types of Design Pattern - Scaler Topics">
            <a:extLst>
              <a:ext uri="{FF2B5EF4-FFF2-40B4-BE49-F238E27FC236}">
                <a16:creationId xmlns:a16="http://schemas.microsoft.com/office/drawing/2014/main" id="{DBB49A13-7CAD-8B8A-6344-FFE6F82333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CC3D0-BA15-4D67-41B1-2C88640D6632}"/>
              </a:ext>
            </a:extLst>
          </p:cNvPr>
          <p:cNvSpPr txBox="1"/>
          <p:nvPr/>
        </p:nvSpPr>
        <p:spPr>
          <a:xfrm>
            <a:off x="1647967" y="1352550"/>
            <a:ext cx="5486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SOLID is an acronym for the first five object-oriented design (OOD)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principles by Robert C. Martin (also known as Uncle Bob).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SOLID is an acronym that stands for five key design principles:</a:t>
            </a:r>
          </a:p>
          <a:p>
            <a:pPr algn="l"/>
            <a:endParaRPr lang="en-US" sz="1600" dirty="0">
              <a:solidFill>
                <a:schemeClr val="tx1"/>
              </a:solidFill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● single responsibility principle.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● open-closed principle.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● </a:t>
            </a:r>
            <a:r>
              <a:rPr lang="en-US" sz="1600" dirty="0" err="1">
                <a:solidFill>
                  <a:schemeClr val="tx1"/>
                </a:solidFill>
              </a:rPr>
              <a:t>Liskov</a:t>
            </a:r>
            <a:r>
              <a:rPr lang="en-US" sz="1600" dirty="0">
                <a:solidFill>
                  <a:schemeClr val="tx1"/>
                </a:solidFill>
              </a:rPr>
              <a:t> substitution principle.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● interface segregation principle.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● dependency inversion principle.</a:t>
            </a:r>
          </a:p>
          <a:p>
            <a:pPr algn="l"/>
            <a:endParaRPr lang="en-US" sz="1600" dirty="0">
              <a:solidFill>
                <a:schemeClr val="tx1"/>
              </a:solidFill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All five are commonly used by software engineers and provide some important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</a:rPr>
              <a:t>benefits for developers.</a:t>
            </a:r>
          </a:p>
        </p:txBody>
      </p:sp>
    </p:spTree>
    <p:extLst>
      <p:ext uri="{BB962C8B-B14F-4D97-AF65-F5344CB8AC3E}">
        <p14:creationId xmlns:p14="http://schemas.microsoft.com/office/powerpoint/2010/main" val="261816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43200" y="1885950"/>
            <a:ext cx="5638800" cy="7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b="1" dirty="0"/>
              <a:t>Single Responsibility Principle</a:t>
            </a:r>
          </a:p>
        </p:txBody>
      </p:sp>
      <p:sp>
        <p:nvSpPr>
          <p:cNvPr id="360" name="Google Shape;360;p14"/>
          <p:cNvSpPr txBox="1">
            <a:spLocks noGrp="1"/>
          </p:cNvSpPr>
          <p:nvPr>
            <p:ph type="subTitle" idx="1"/>
          </p:nvPr>
        </p:nvSpPr>
        <p:spPr>
          <a:xfrm>
            <a:off x="2743200" y="2562743"/>
            <a:ext cx="5696100" cy="249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400" b="0" i="0" dirty="0">
                <a:solidFill>
                  <a:srgbClr val="E8EAED"/>
                </a:solidFill>
                <a:effectLst/>
                <a:latin typeface="Google Sans"/>
              </a:rPr>
              <a:t>The idea behind the SRP is that every class, module, or function in a program should have one responsibility/purpose in a program. As a commonly used definition, "every class should have only one reason to change".</a:t>
            </a:r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FFFF"/>
                </a:solidFill>
                <a:latin typeface="Nixie One"/>
                <a:sym typeface="Nixie One"/>
              </a:rPr>
              <a:t>3</a:t>
            </a: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51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>
            <a:spLocks noGrp="1"/>
          </p:cNvSpPr>
          <p:nvPr>
            <p:ph type="ctrTitle"/>
          </p:nvPr>
        </p:nvSpPr>
        <p:spPr>
          <a:xfrm>
            <a:off x="2743200" y="2038350"/>
            <a:ext cx="5638800" cy="78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fontAlgn="base"/>
            <a:r>
              <a:rPr lang="en-US" sz="3200" b="1" i="0" dirty="0">
                <a:effectLst/>
                <a:latin typeface="-apple-system"/>
              </a:rPr>
              <a:t>Open–Closed Principle (OCP)</a:t>
            </a:r>
          </a:p>
        </p:txBody>
      </p:sp>
      <p:sp>
        <p:nvSpPr>
          <p:cNvPr id="360" name="Google Shape;360;p14"/>
          <p:cNvSpPr txBox="1">
            <a:spLocks noGrp="1"/>
          </p:cNvSpPr>
          <p:nvPr>
            <p:ph type="subTitle" idx="1"/>
          </p:nvPr>
        </p:nvSpPr>
        <p:spPr>
          <a:xfrm>
            <a:off x="2743200" y="2724149"/>
            <a:ext cx="5696100" cy="23341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the software entities should be open for extension but</a:t>
            </a:r>
          </a:p>
          <a:p>
            <a:pPr marL="0" lvl="0" indent="0"/>
            <a:r>
              <a:rPr lang="en-US" sz="1800" dirty="0"/>
              <a:t>closed for modification.</a:t>
            </a:r>
          </a:p>
          <a:p>
            <a:pPr marL="0" lvl="0" indent="0"/>
            <a:r>
              <a:rPr lang="en-US" sz="1800" dirty="0"/>
              <a:t>This implies that such entities – classes, functions, and so on – should be created in a way that their core functionalities can be extended to other entities without altering the initial entity's source code.</a:t>
            </a:r>
            <a:endParaRPr sz="1800" dirty="0"/>
          </a:p>
        </p:txBody>
      </p:sp>
      <p:sp>
        <p:nvSpPr>
          <p:cNvPr id="361" name="Google Shape;361;p14"/>
          <p:cNvSpPr txBox="1"/>
          <p:nvPr/>
        </p:nvSpPr>
        <p:spPr>
          <a:xfrm>
            <a:off x="409575" y="1676400"/>
            <a:ext cx="2067000" cy="1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rgbClr val="FFFFFF"/>
                </a:solidFill>
                <a:latin typeface="Nixie One"/>
                <a:sym typeface="Nixie One"/>
              </a:rPr>
              <a:t>4</a:t>
            </a:r>
            <a:endParaRPr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71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5"/>
          <p:cNvSpPr/>
          <p:nvPr/>
        </p:nvSpPr>
        <p:spPr>
          <a:xfrm rot="-5400000">
            <a:off x="1053600" y="533300"/>
            <a:ext cx="1855800" cy="2142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2" name="Google Shape;572;p35"/>
          <p:cNvSpPr txBox="1">
            <a:spLocks noGrp="1"/>
          </p:cNvSpPr>
          <p:nvPr>
            <p:ph type="ctrTitle" idx="4294967295"/>
          </p:nvPr>
        </p:nvSpPr>
        <p:spPr>
          <a:xfrm>
            <a:off x="3152775" y="1354750"/>
            <a:ext cx="456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Thanks!</a:t>
            </a:r>
            <a:endParaRPr sz="8000"/>
          </a:p>
        </p:txBody>
      </p:sp>
      <p:sp>
        <p:nvSpPr>
          <p:cNvPr id="573" name="Google Shape;573;p35"/>
          <p:cNvSpPr txBox="1">
            <a:spLocks noGrp="1"/>
          </p:cNvSpPr>
          <p:nvPr>
            <p:ph type="body" idx="4294967295"/>
          </p:nvPr>
        </p:nvSpPr>
        <p:spPr>
          <a:xfrm>
            <a:off x="3286468" y="2400250"/>
            <a:ext cx="45621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Any questions?</a:t>
            </a:r>
            <a:endParaRPr dirty="0"/>
          </a:p>
        </p:txBody>
      </p:sp>
      <p:sp>
        <p:nvSpPr>
          <p:cNvPr id="574" name="Google Shape;574;p35"/>
          <p:cNvSpPr/>
          <p:nvPr/>
        </p:nvSpPr>
        <p:spPr>
          <a:xfrm>
            <a:off x="1591719" y="1212580"/>
            <a:ext cx="779561" cy="77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242DC707EC874EBB896EE19BE41CF5" ma:contentTypeVersion="11" ma:contentTypeDescription="Create a new document." ma:contentTypeScope="" ma:versionID="272738a8f5ba7a96003a1b74e557c846">
  <xsd:schema xmlns:xsd="http://www.w3.org/2001/XMLSchema" xmlns:xs="http://www.w3.org/2001/XMLSchema" xmlns:p="http://schemas.microsoft.com/office/2006/metadata/properties" xmlns:ns2="cc854b23-1f66-4cca-98f9-bb868a4fcff3" xmlns:ns3="eee051cf-83cd-4bb9-be1d-26eeefa50579" targetNamespace="http://schemas.microsoft.com/office/2006/metadata/properties" ma:root="true" ma:fieldsID="385d008d0f33e7f45d7e03624d982603" ns2:_="" ns3:_="">
    <xsd:import namespace="cc854b23-1f66-4cca-98f9-bb868a4fcff3"/>
    <xsd:import namespace="eee051cf-83cd-4bb9-be1d-26eeefa505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854b23-1f66-4cca-98f9-bb868a4fcf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e051cf-83cd-4bb9-be1d-26eeefa5057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afcb662-1c10-4c3c-85f1-81eeaed1b053}" ma:internalName="TaxCatchAll" ma:showField="CatchAllData" ma:web="eee051cf-83cd-4bb9-be1d-26eeefa505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854b23-1f66-4cca-98f9-bb868a4fcff3">
      <Terms xmlns="http://schemas.microsoft.com/office/infopath/2007/PartnerControls"/>
    </lcf76f155ced4ddcb4097134ff3c332f>
    <TaxCatchAll xmlns="eee051cf-83cd-4bb9-be1d-26eeefa505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EBDB18-BCFC-44A1-A30E-36BFEBA91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854b23-1f66-4cca-98f9-bb868a4fcff3"/>
    <ds:schemaRef ds:uri="eee051cf-83cd-4bb9-be1d-26eeefa505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AB1E1C-8771-43CD-96B8-69F593D35AF2}">
  <ds:schemaRefs>
    <ds:schemaRef ds:uri="http://schemas.microsoft.com/office/2006/metadata/properties"/>
    <ds:schemaRef ds:uri="http://schemas.microsoft.com/office/infopath/2007/PartnerControls"/>
    <ds:schemaRef ds:uri="cc854b23-1f66-4cca-98f9-bb868a4fcff3"/>
    <ds:schemaRef ds:uri="eee051cf-83cd-4bb9-be1d-26eeefa50579"/>
  </ds:schemaRefs>
</ds:datastoreItem>
</file>

<file path=customXml/itemProps3.xml><?xml version="1.0" encoding="utf-8"?>
<ds:datastoreItem xmlns:ds="http://schemas.openxmlformats.org/officeDocument/2006/customXml" ds:itemID="{8781AE3C-B0C1-4ED6-B585-676B2D1E08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321</Words>
  <Application>Microsoft Office PowerPoint</Application>
  <PresentationFormat>On-screen Show (16:9)</PresentationFormat>
  <Paragraphs>36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Imogen template</vt:lpstr>
      <vt:lpstr>JS Design Pattern Day2  Presented By :Asmaa Ahmed  </vt:lpstr>
      <vt:lpstr>Solid Principles</vt:lpstr>
      <vt:lpstr>Single Responsibility Principle</vt:lpstr>
      <vt:lpstr>Open–Closed Principle (OCP)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Asmaa Ahmed Marzouk</cp:lastModifiedBy>
  <cp:revision>237</cp:revision>
  <dcterms:modified xsi:type="dcterms:W3CDTF">2025-10-07T09:17:02Z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0x010100C0242DC707EC874EBB896EE19BE41CF5</vt:lpwstr>
  </property>
  <property fmtid="{D5CDD505-2E9C-101B-9397-08002B2CF9AE}" pid="3" name="MediaServiceImageTags">
    <vt:lpwstr/>
  </property>
</Properties>
</file>