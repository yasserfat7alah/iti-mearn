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Masters/slideMaster1.xml" ContentType="application/vnd.openxmlformats-officedocument.presentationml.slideMaster+xml"/>
  <Override PartName="/ppt/notesSlides/notesSlide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7" r:id="rId1"/>
  </p:sldMasterIdLst>
  <p:notesMasterIdLst>
    <p:notesMasterId r:id="rId11"/>
  </p:notesMasterIdLst>
  <p:sldIdLst>
    <p:sldId id="256" r:id="rId2"/>
    <p:sldId id="317" r:id="rId3"/>
    <p:sldId id="259" r:id="rId4"/>
    <p:sldId id="287" r:id="rId5"/>
    <p:sldId id="323" r:id="rId6"/>
    <p:sldId id="322" r:id="rId7"/>
    <p:sldId id="290" r:id="rId8"/>
    <p:sldId id="295" r:id="rId9"/>
    <p:sldId id="280" r:id="rId10"/>
  </p:sldIdLst>
  <p:sldSz cx="9144000" cy="5143500" type="screen16x9"/>
  <p:notesSz cx="6858000" cy="9144000"/>
  <p:embeddedFontLst>
    <p:embeddedFont>
      <p:font typeface="Helvetica Neue" panose="020B0604020202020204" charset="0"/>
      <p:regular r:id="rId12"/>
      <p:bold r:id="rId13"/>
      <p:italic r:id="rId14"/>
      <p:boldItalic r:id="rId15"/>
    </p:embeddedFont>
    <p:embeddedFont>
      <p:font typeface="Lato" panose="020F0502020204030203" pitchFamily="34" charset="0"/>
      <p:regular r:id="rId16"/>
      <p:bold r:id="rId17"/>
      <p:italic r:id="rId18"/>
      <p:boldItalic r:id="rId19"/>
    </p:embeddedFont>
    <p:embeddedFont>
      <p:font typeface="Nixie One" panose="020B0604020202020204" charset="0"/>
      <p:regular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F37BB4D-52B8-4551-BC7E-8E89F96EB5F1}">
  <a:tblStyle styleId="{EF37BB4D-52B8-4551-BC7E-8E89F96EB5F1}"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96" autoAdjust="0"/>
  </p:normalViewPr>
  <p:slideViewPr>
    <p:cSldViewPr>
      <p:cViewPr varScale="1">
        <p:scale>
          <a:sx n="140" d="100"/>
          <a:sy n="140" d="100"/>
        </p:scale>
        <p:origin x="774" y="12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customXml" Target="../customXml/item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viewProps" Target="viewProps.xml"/><Relationship Id="rId27"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170817225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74768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1921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7140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rot="10800000" flipH="1">
            <a:off x="3919993" y="3977033"/>
            <a:ext cx="1303500" cy="1128300"/>
          </a:xfrm>
          <a:custGeom>
            <a:avLst/>
            <a:gdLst/>
            <a:ahLst/>
            <a:cxnLst/>
            <a:rect l="l" t="t" r="r" b="b"/>
            <a:pathLst>
              <a:path w="120000" h="120000" extrusionOk="0">
                <a:moveTo>
                  <a:pt x="30000" y="0"/>
                </a:moveTo>
                <a:lnTo>
                  <a:pt x="0" y="59994"/>
                </a:lnTo>
                <a:lnTo>
                  <a:pt x="30000" y="120000"/>
                </a:lnTo>
                <a:lnTo>
                  <a:pt x="90000" y="120000"/>
                </a:lnTo>
                <a:lnTo>
                  <a:pt x="120000" y="59994"/>
                </a:lnTo>
                <a:lnTo>
                  <a:pt x="90000" y="0"/>
                </a:lnTo>
                <a:lnTo>
                  <a:pt x="30000" y="0"/>
                </a:lnTo>
                <a:close/>
                <a:moveTo>
                  <a:pt x="38477" y="16950"/>
                </a:moveTo>
                <a:lnTo>
                  <a:pt x="81522" y="16950"/>
                </a:lnTo>
                <a:lnTo>
                  <a:pt x="103033" y="59994"/>
                </a:lnTo>
                <a:lnTo>
                  <a:pt x="81522" y="103038"/>
                </a:lnTo>
                <a:lnTo>
                  <a:pt x="38477" y="103038"/>
                </a:lnTo>
                <a:lnTo>
                  <a:pt x="16955" y="59994"/>
                </a:lnTo>
                <a:lnTo>
                  <a:pt x="38477" y="16950"/>
                </a:lnTo>
                <a:close/>
              </a:path>
            </a:pathLst>
          </a:custGeom>
          <a:gradFill>
            <a:gsLst>
              <a:gs pos="0">
                <a:srgbClr val="3393E2"/>
              </a:gs>
              <a:gs pos="100000">
                <a:srgbClr val="00E2C7"/>
              </a:gs>
            </a:gsLst>
            <a:lin ang="6983783" scaled="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11" name="Google Shape;11;p2"/>
          <p:cNvSpPr/>
          <p:nvPr/>
        </p:nvSpPr>
        <p:spPr>
          <a:xfrm rot="5400000">
            <a:off x="3809057" y="-81000"/>
            <a:ext cx="1525500" cy="1761600"/>
          </a:xfrm>
          <a:custGeom>
            <a:avLst/>
            <a:gdLst/>
            <a:ahLst/>
            <a:cxnLst/>
            <a:rect l="l" t="t" r="r" b="b"/>
            <a:pathLst>
              <a:path w="120000" h="120000" extrusionOk="0">
                <a:moveTo>
                  <a:pt x="60000" y="0"/>
                </a:moveTo>
                <a:lnTo>
                  <a:pt x="120000" y="30000"/>
                </a:lnTo>
                <a:lnTo>
                  <a:pt x="120000" y="90000"/>
                </a:lnTo>
                <a:lnTo>
                  <a:pt x="60000" y="120000"/>
                </a:lnTo>
                <a:lnTo>
                  <a:pt x="0" y="90000"/>
                </a:lnTo>
                <a:lnTo>
                  <a:pt x="0" y="30000"/>
                </a:lnTo>
                <a:close/>
              </a:path>
            </a:pathLst>
          </a:custGeom>
          <a:gradFill>
            <a:gsLst>
              <a:gs pos="0">
                <a:srgbClr val="3393E2"/>
              </a:gs>
              <a:gs pos="100000">
                <a:srgbClr val="00E2C7"/>
              </a:gs>
            </a:gsLst>
            <a:path path="circle">
              <a:fillToRect l="100000" b="100000"/>
            </a:path>
            <a:tileRect t="-100000" r="-10000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12" name="Google Shape;12;p2"/>
          <p:cNvSpPr txBox="1">
            <a:spLocks noGrp="1"/>
          </p:cNvSpPr>
          <p:nvPr>
            <p:ph type="ctrTitle"/>
          </p:nvPr>
        </p:nvSpPr>
        <p:spPr>
          <a:xfrm>
            <a:off x="1400175" y="1991825"/>
            <a:ext cx="6343500" cy="11598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3" name="Google Shape;13;p2"/>
          <p:cNvSpPr/>
          <p:nvPr/>
        </p:nvSpPr>
        <p:spPr>
          <a:xfrm rot="10800000" flipH="1">
            <a:off x="2809875" y="-172875"/>
            <a:ext cx="1111500" cy="962400"/>
          </a:xfrm>
          <a:prstGeom prst="hexagon">
            <a:avLst>
              <a:gd name="adj" fmla="val 28678"/>
              <a:gd name="vf" fmla="val 115470"/>
            </a:avLst>
          </a:prstGeom>
          <a:noFill/>
          <a:ln w="19050" cap="flat"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flipH="1">
            <a:off x="3602723" y="1360109"/>
            <a:ext cx="493800" cy="427500"/>
          </a:xfrm>
          <a:prstGeom prst="hexagon">
            <a:avLst>
              <a:gd name="adj" fmla="val 28678"/>
              <a:gd name="vf" fmla="val 115470"/>
            </a:avLst>
          </a:pr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flipH="1">
            <a:off x="5278915" y="855279"/>
            <a:ext cx="944700" cy="818100"/>
          </a:xfrm>
          <a:prstGeom prst="hexagon">
            <a:avLst>
              <a:gd name="adj" fmla="val 28678"/>
              <a:gd name="vf" fmla="val 115470"/>
            </a:avLst>
          </a:prstGeom>
          <a:noFill/>
          <a:ln w="76200" cap="flat" cmpd="sng">
            <a:solidFill>
              <a:srgbClr val="184769"/>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10800000" flipH="1">
            <a:off x="5365799" y="352324"/>
            <a:ext cx="493800" cy="427200"/>
          </a:xfrm>
          <a:prstGeom prst="hexagon">
            <a:avLst>
              <a:gd name="adj" fmla="val 28678"/>
              <a:gd name="vf" fmla="val 115470"/>
            </a:avLst>
          </a:prstGeom>
          <a:solidFill>
            <a:srgbClr val="00E1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17;p2"/>
          <p:cNvGrpSpPr/>
          <p:nvPr/>
        </p:nvGrpSpPr>
        <p:grpSpPr>
          <a:xfrm>
            <a:off x="5549153" y="1029780"/>
            <a:ext cx="404640" cy="374059"/>
            <a:chOff x="5975075" y="2327500"/>
            <a:chExt cx="420100" cy="388350"/>
          </a:xfrm>
        </p:grpSpPr>
        <p:sp>
          <p:nvSpPr>
            <p:cNvPr id="18" name="Google Shape;18;p2"/>
            <p:cNvSpPr/>
            <p:nvPr/>
          </p:nvSpPr>
          <p:spPr>
            <a:xfrm>
              <a:off x="5975075" y="2474650"/>
              <a:ext cx="98325" cy="220450"/>
            </a:xfrm>
            <a:custGeom>
              <a:avLst/>
              <a:gdLst/>
              <a:ahLst/>
              <a:cxnLst/>
              <a:rect l="l" t="t" r="r" b="b"/>
              <a:pathLst>
                <a:path w="3933" h="8818" extrusionOk="0">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6088025" y="2327500"/>
              <a:ext cx="307150" cy="388350"/>
            </a:xfrm>
            <a:custGeom>
              <a:avLst/>
              <a:gdLst/>
              <a:ahLst/>
              <a:cxnLst/>
              <a:rect l="l" t="t" r="r" b="b"/>
              <a:pathLst>
                <a:path w="12286" h="15534" extrusionOk="0">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 name="Google Shape;20;p2"/>
          <p:cNvSpPr/>
          <p:nvPr/>
        </p:nvSpPr>
        <p:spPr>
          <a:xfrm>
            <a:off x="3253021" y="113273"/>
            <a:ext cx="225085" cy="389964"/>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19B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 name="Google Shape;21;p2"/>
          <p:cNvGrpSpPr/>
          <p:nvPr/>
        </p:nvGrpSpPr>
        <p:grpSpPr>
          <a:xfrm>
            <a:off x="4380526" y="515192"/>
            <a:ext cx="382958" cy="607111"/>
            <a:chOff x="6718575" y="2318625"/>
            <a:chExt cx="256950" cy="407375"/>
          </a:xfrm>
        </p:grpSpPr>
        <p:sp>
          <p:nvSpPr>
            <p:cNvPr id="22" name="Google Shape;22;p2"/>
            <p:cNvSpPr/>
            <p:nvPr/>
          </p:nvSpPr>
          <p:spPr>
            <a:xfrm>
              <a:off x="6795900" y="2673600"/>
              <a:ext cx="102300" cy="22550"/>
            </a:xfrm>
            <a:custGeom>
              <a:avLst/>
              <a:gdLst/>
              <a:ahLst/>
              <a:cxnLst/>
              <a:rect l="l" t="t" r="r" b="b"/>
              <a:pathLst>
                <a:path w="4092" h="902" fill="none" extrusionOk="0">
                  <a:moveTo>
                    <a:pt x="4092" y="902"/>
                  </a:moveTo>
                  <a:lnTo>
                    <a:pt x="4092" y="1"/>
                  </a:lnTo>
                  <a:lnTo>
                    <a:pt x="0" y="1"/>
                  </a:lnTo>
                  <a:lnTo>
                    <a:pt x="0" y="902"/>
                  </a:lnTo>
                  <a:lnTo>
                    <a:pt x="4092" y="902"/>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6795900" y="2650475"/>
              <a:ext cx="102300" cy="22550"/>
            </a:xfrm>
            <a:custGeom>
              <a:avLst/>
              <a:gdLst/>
              <a:ahLst/>
              <a:cxnLst/>
              <a:rect l="l" t="t" r="r" b="b"/>
              <a:pathLst>
                <a:path w="4092" h="902" fill="none" extrusionOk="0">
                  <a:moveTo>
                    <a:pt x="4092" y="901"/>
                  </a:moveTo>
                  <a:lnTo>
                    <a:pt x="4092" y="0"/>
                  </a:lnTo>
                  <a:lnTo>
                    <a:pt x="0" y="0"/>
                  </a:lnTo>
                  <a:lnTo>
                    <a:pt x="0" y="901"/>
                  </a:lnTo>
                  <a:lnTo>
                    <a:pt x="4092" y="901"/>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6795900" y="2696125"/>
              <a:ext cx="102300" cy="29875"/>
            </a:xfrm>
            <a:custGeom>
              <a:avLst/>
              <a:gdLst/>
              <a:ahLst/>
              <a:cxnLst/>
              <a:rect l="l" t="t" r="r" b="b"/>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784925" y="2459275"/>
              <a:ext cx="35350" cy="166875"/>
            </a:xfrm>
            <a:custGeom>
              <a:avLst/>
              <a:gdLst/>
              <a:ahLst/>
              <a:cxnLst/>
              <a:rect l="l" t="t" r="r" b="b"/>
              <a:pathLst>
                <a:path w="1414" h="6675" fill="none" extrusionOk="0">
                  <a:moveTo>
                    <a:pt x="1413" y="6674"/>
                  </a:moveTo>
                  <a:lnTo>
                    <a:pt x="1413" y="6674"/>
                  </a:lnTo>
                  <a:lnTo>
                    <a:pt x="585" y="2850"/>
                  </a:lnTo>
                  <a:lnTo>
                    <a:pt x="1" y="1"/>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6718575" y="2318625"/>
              <a:ext cx="256950" cy="307525"/>
            </a:xfrm>
            <a:custGeom>
              <a:avLst/>
              <a:gdLst/>
              <a:ahLst/>
              <a:cxnLst/>
              <a:rect l="l" t="t" r="r" b="b"/>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6873825" y="2459275"/>
              <a:ext cx="35350" cy="166875"/>
            </a:xfrm>
            <a:custGeom>
              <a:avLst/>
              <a:gdLst/>
              <a:ahLst/>
              <a:cxnLst/>
              <a:rect l="l" t="t" r="r" b="b"/>
              <a:pathLst>
                <a:path w="1414" h="6675" fill="none" extrusionOk="0">
                  <a:moveTo>
                    <a:pt x="1413" y="1"/>
                  </a:moveTo>
                  <a:lnTo>
                    <a:pt x="1413" y="1"/>
                  </a:lnTo>
                  <a:lnTo>
                    <a:pt x="829" y="2850"/>
                  </a:lnTo>
                  <a:lnTo>
                    <a:pt x="1" y="6674"/>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6801975" y="2453200"/>
              <a:ext cx="90150" cy="19500"/>
            </a:xfrm>
            <a:custGeom>
              <a:avLst/>
              <a:gdLst/>
              <a:ahLst/>
              <a:cxnLst/>
              <a:rect l="l" t="t" r="r" b="b"/>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795900" y="2628550"/>
              <a:ext cx="102300" cy="25"/>
            </a:xfrm>
            <a:custGeom>
              <a:avLst/>
              <a:gdLst/>
              <a:ahLst/>
              <a:cxnLst/>
              <a:rect l="l" t="t" r="r" b="b"/>
              <a:pathLst>
                <a:path w="4092" h="1" fill="none" extrusionOk="0">
                  <a:moveTo>
                    <a:pt x="0" y="1"/>
                  </a:moveTo>
                  <a:lnTo>
                    <a:pt x="4092" y="1"/>
                  </a:lnTo>
                </a:path>
              </a:pathLst>
            </a:custGeom>
            <a:noFill/>
            <a:ln w="121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3199464" y="902959"/>
            <a:ext cx="395018" cy="403297"/>
            <a:chOff x="3951850" y="2985350"/>
            <a:chExt cx="407950" cy="416500"/>
          </a:xfrm>
        </p:grpSpPr>
        <p:sp>
          <p:nvSpPr>
            <p:cNvPr id="31" name="Google Shape;31;p2"/>
            <p:cNvSpPr/>
            <p:nvPr/>
          </p:nvSpPr>
          <p:spPr>
            <a:xfrm>
              <a:off x="3951850" y="2985350"/>
              <a:ext cx="314800" cy="314825"/>
            </a:xfrm>
            <a:custGeom>
              <a:avLst/>
              <a:gdLst/>
              <a:ahLst/>
              <a:cxnLst/>
              <a:rect l="l" t="t" r="r" b="b"/>
              <a:pathLst>
                <a:path w="12592" h="12593" fill="none" extrusionOk="0">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3988375" y="3021875"/>
              <a:ext cx="241750" cy="241750"/>
            </a:xfrm>
            <a:custGeom>
              <a:avLst/>
              <a:gdLst/>
              <a:ahLst/>
              <a:cxnLst/>
              <a:rect l="l" t="t" r="r" b="b"/>
              <a:pathLst>
                <a:path w="9670" h="9670" fill="none" extrusionOk="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4024300" y="3058425"/>
              <a:ext cx="84650" cy="84650"/>
            </a:xfrm>
            <a:custGeom>
              <a:avLst/>
              <a:gdLst/>
              <a:ahLst/>
              <a:cxnLst/>
              <a:rect l="l" t="t" r="r" b="b"/>
              <a:pathLst>
                <a:path w="3386" h="3386" fill="none" extrusionOk="0">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4205750" y="3248375"/>
              <a:ext cx="154050" cy="153475"/>
            </a:xfrm>
            <a:custGeom>
              <a:avLst/>
              <a:gdLst/>
              <a:ahLst/>
              <a:cxnLst/>
              <a:rect l="l" t="t" r="r" b="b"/>
              <a:pathLst>
                <a:path w="6162" h="6139" fill="none" extrusionOk="0">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35;p2"/>
          <p:cNvSpPr/>
          <p:nvPr/>
        </p:nvSpPr>
        <p:spPr>
          <a:xfrm rot="10800000" flipH="1">
            <a:off x="5010533" y="4576648"/>
            <a:ext cx="1032900" cy="894600"/>
          </a:xfrm>
          <a:prstGeom prst="hexagon">
            <a:avLst>
              <a:gd name="adj" fmla="val 28678"/>
              <a:gd name="vf" fmla="val 115470"/>
            </a:avLst>
          </a:prstGeom>
          <a:noFill/>
          <a:ln w="19050" cap="flat"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rot="10800000" flipH="1">
            <a:off x="5133679" y="4056450"/>
            <a:ext cx="540000" cy="467400"/>
          </a:xfrm>
          <a:prstGeom prst="hexagon">
            <a:avLst>
              <a:gd name="adj" fmla="val 28678"/>
              <a:gd name="vf" fmla="val 115470"/>
            </a:avLst>
          </a:prstGeom>
          <a:solidFill>
            <a:srgbClr val="3292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rot="10800000" flipH="1">
            <a:off x="3101709" y="3629719"/>
            <a:ext cx="1032900" cy="894000"/>
          </a:xfrm>
          <a:prstGeom prst="hexagon">
            <a:avLst>
              <a:gd name="adj" fmla="val 28678"/>
              <a:gd name="vf" fmla="val 115470"/>
            </a:avLst>
          </a:pr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rot="10800000" flipH="1">
            <a:off x="3530384" y="4576662"/>
            <a:ext cx="452100" cy="391200"/>
          </a:xfrm>
          <a:prstGeom prst="hexagon">
            <a:avLst>
              <a:gd name="adj" fmla="val 28678"/>
              <a:gd name="vf" fmla="val 115470"/>
            </a:avLst>
          </a:prstGeom>
          <a:noFill/>
          <a:ln w="19050" cap="flat" cmpd="sng">
            <a:solidFill>
              <a:srgbClr val="00E1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5370705" y="4867761"/>
            <a:ext cx="312503" cy="312484"/>
          </a:xfrm>
          <a:custGeom>
            <a:avLst/>
            <a:gdLst/>
            <a:ahLst/>
            <a:cxnLst/>
            <a:rect l="l" t="t" r="r" b="b"/>
            <a:pathLst>
              <a:path w="17000" h="16999" extrusionOk="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 name="Google Shape;40;p2"/>
          <p:cNvGrpSpPr/>
          <p:nvPr/>
        </p:nvGrpSpPr>
        <p:grpSpPr>
          <a:xfrm>
            <a:off x="5772009" y="4056440"/>
            <a:ext cx="573943" cy="550550"/>
            <a:chOff x="5241175" y="4959100"/>
            <a:chExt cx="539775" cy="517775"/>
          </a:xfrm>
        </p:grpSpPr>
        <p:sp>
          <p:nvSpPr>
            <p:cNvPr id="41" name="Google Shape;41;p2"/>
            <p:cNvSpPr/>
            <p:nvPr/>
          </p:nvSpPr>
          <p:spPr>
            <a:xfrm>
              <a:off x="5575150" y="4959100"/>
              <a:ext cx="161225" cy="178300"/>
            </a:xfrm>
            <a:custGeom>
              <a:avLst/>
              <a:gdLst/>
              <a:ahLst/>
              <a:cxnLst/>
              <a:rect l="l" t="t" r="r" b="b"/>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30925" y="4985350"/>
              <a:ext cx="128250" cy="148400"/>
            </a:xfrm>
            <a:custGeom>
              <a:avLst/>
              <a:gdLst/>
              <a:ahLst/>
              <a:cxnLst/>
              <a:rect l="l" t="t" r="r" b="b"/>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5241175" y="5241175"/>
              <a:ext cx="180125" cy="109325"/>
            </a:xfrm>
            <a:custGeom>
              <a:avLst/>
              <a:gdLst/>
              <a:ahLst/>
              <a:cxnLst/>
              <a:rect l="l" t="t" r="r" b="b"/>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461575" y="5316900"/>
              <a:ext cx="89175" cy="159975"/>
            </a:xfrm>
            <a:custGeom>
              <a:avLst/>
              <a:gdLst/>
              <a:ahLst/>
              <a:cxnLst/>
              <a:rect l="l" t="t" r="r" b="b"/>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5619100" y="5194175"/>
              <a:ext cx="161850" cy="89775"/>
            </a:xfrm>
            <a:custGeom>
              <a:avLst/>
              <a:gdLst/>
              <a:ahLst/>
              <a:cxnLst/>
              <a:rect l="l" t="t" r="r" b="b"/>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5420075" y="5116000"/>
              <a:ext cx="189300" cy="189925"/>
            </a:xfrm>
            <a:custGeom>
              <a:avLst/>
              <a:gdLst/>
              <a:ahLst/>
              <a:cxnLst/>
              <a:rect l="l" t="t" r="r" b="b"/>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2"/>
          <p:cNvSpPr/>
          <p:nvPr/>
        </p:nvSpPr>
        <p:spPr>
          <a:xfrm>
            <a:off x="3429208" y="3904791"/>
            <a:ext cx="377839" cy="343685"/>
          </a:xfrm>
          <a:custGeom>
            <a:avLst/>
            <a:gdLst/>
            <a:ahLst/>
            <a:cxnLst/>
            <a:rect l="l" t="t" r="r" b="b"/>
            <a:pathLst>
              <a:path w="16218" h="14752" extrusionOk="0">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rgbClr val="3292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48"/>
        <p:cNvGrpSpPr/>
        <p:nvPr/>
      </p:nvGrpSpPr>
      <p:grpSpPr>
        <a:xfrm>
          <a:off x="0" y="0"/>
          <a:ext cx="0" cy="0"/>
          <a:chOff x="0" y="0"/>
          <a:chExt cx="0" cy="0"/>
        </a:xfrm>
      </p:grpSpPr>
      <p:sp>
        <p:nvSpPr>
          <p:cNvPr id="49" name="Google Shape;49;p3"/>
          <p:cNvSpPr/>
          <p:nvPr/>
        </p:nvSpPr>
        <p:spPr>
          <a:xfrm rot="10800000" flipH="1">
            <a:off x="-94969" y="303826"/>
            <a:ext cx="1034700" cy="895800"/>
          </a:xfrm>
          <a:custGeom>
            <a:avLst/>
            <a:gdLst/>
            <a:ahLst/>
            <a:cxnLst/>
            <a:rect l="l" t="t" r="r" b="b"/>
            <a:pathLst>
              <a:path w="120000" h="120000" extrusionOk="0">
                <a:moveTo>
                  <a:pt x="30000" y="0"/>
                </a:moveTo>
                <a:lnTo>
                  <a:pt x="0" y="59994"/>
                </a:lnTo>
                <a:lnTo>
                  <a:pt x="30000" y="120000"/>
                </a:lnTo>
                <a:lnTo>
                  <a:pt x="90000" y="120000"/>
                </a:lnTo>
                <a:lnTo>
                  <a:pt x="120000" y="59994"/>
                </a:lnTo>
                <a:lnTo>
                  <a:pt x="90000" y="0"/>
                </a:lnTo>
                <a:lnTo>
                  <a:pt x="30000" y="0"/>
                </a:lnTo>
                <a:close/>
                <a:moveTo>
                  <a:pt x="38477" y="16950"/>
                </a:moveTo>
                <a:lnTo>
                  <a:pt x="81522" y="16950"/>
                </a:lnTo>
                <a:lnTo>
                  <a:pt x="103033" y="59994"/>
                </a:lnTo>
                <a:lnTo>
                  <a:pt x="81522" y="103038"/>
                </a:lnTo>
                <a:lnTo>
                  <a:pt x="38477" y="103038"/>
                </a:lnTo>
                <a:lnTo>
                  <a:pt x="16955" y="59994"/>
                </a:lnTo>
                <a:lnTo>
                  <a:pt x="38477" y="16950"/>
                </a:lnTo>
                <a:close/>
              </a:path>
            </a:pathLst>
          </a:custGeom>
          <a:gradFill>
            <a:gsLst>
              <a:gs pos="0">
                <a:srgbClr val="3393E2"/>
              </a:gs>
              <a:gs pos="100000">
                <a:srgbClr val="00E2C7"/>
              </a:gs>
            </a:gsLst>
            <a:lin ang="6983783" scaled="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50" name="Google Shape;50;p3"/>
          <p:cNvSpPr/>
          <p:nvPr/>
        </p:nvSpPr>
        <p:spPr>
          <a:xfrm rot="5400000">
            <a:off x="559400" y="1538825"/>
            <a:ext cx="1788000" cy="2064600"/>
          </a:xfrm>
          <a:custGeom>
            <a:avLst/>
            <a:gdLst/>
            <a:ahLst/>
            <a:cxnLst/>
            <a:rect l="l" t="t" r="r" b="b"/>
            <a:pathLst>
              <a:path w="120000" h="120000" extrusionOk="0">
                <a:moveTo>
                  <a:pt x="60000" y="0"/>
                </a:moveTo>
                <a:lnTo>
                  <a:pt x="120000" y="30000"/>
                </a:lnTo>
                <a:lnTo>
                  <a:pt x="120000" y="90000"/>
                </a:lnTo>
                <a:lnTo>
                  <a:pt x="60000" y="120000"/>
                </a:lnTo>
                <a:lnTo>
                  <a:pt x="0" y="90000"/>
                </a:lnTo>
                <a:lnTo>
                  <a:pt x="0" y="30000"/>
                </a:lnTo>
                <a:close/>
              </a:path>
            </a:pathLst>
          </a:custGeom>
          <a:gradFill>
            <a:gsLst>
              <a:gs pos="0">
                <a:srgbClr val="3393E2"/>
              </a:gs>
              <a:gs pos="100000">
                <a:srgbClr val="00E2C7"/>
              </a:gs>
            </a:gsLst>
            <a:path path="circle">
              <a:fillToRect l="100000" b="100000"/>
            </a:path>
            <a:tileRect t="-100000" r="-10000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51" name="Google Shape;51;p3"/>
          <p:cNvSpPr txBox="1">
            <a:spLocks noGrp="1"/>
          </p:cNvSpPr>
          <p:nvPr>
            <p:ph type="ctrTitle"/>
          </p:nvPr>
        </p:nvSpPr>
        <p:spPr>
          <a:xfrm>
            <a:off x="2743200" y="1735750"/>
            <a:ext cx="5638800" cy="11598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52" name="Google Shape;52;p3"/>
          <p:cNvSpPr txBox="1">
            <a:spLocks noGrp="1"/>
          </p:cNvSpPr>
          <p:nvPr>
            <p:ph type="subTitle" idx="1"/>
          </p:nvPr>
        </p:nvSpPr>
        <p:spPr>
          <a:xfrm>
            <a:off x="2743200" y="2821004"/>
            <a:ext cx="5696100" cy="784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3"/>
          <p:cNvSpPr/>
          <p:nvPr/>
        </p:nvSpPr>
        <p:spPr>
          <a:xfrm rot="10800000" flipH="1">
            <a:off x="66674" y="3135425"/>
            <a:ext cx="819900" cy="710100"/>
          </a:xfrm>
          <a:prstGeom prst="hexagon">
            <a:avLst>
              <a:gd name="adj" fmla="val 28678"/>
              <a:gd name="vf" fmla="val 115470"/>
            </a:avLst>
          </a:prstGeom>
          <a:noFill/>
          <a:ln w="9525" cap="flat"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rot="10800000" flipH="1">
            <a:off x="828675" y="3516550"/>
            <a:ext cx="428700" cy="371100"/>
          </a:xfrm>
          <a:prstGeom prst="hexagon">
            <a:avLst>
              <a:gd name="adj" fmla="val 28678"/>
              <a:gd name="vf" fmla="val 115470"/>
            </a:avLst>
          </a:pr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rot="10800000" flipH="1">
            <a:off x="761999" y="877950"/>
            <a:ext cx="819900" cy="710100"/>
          </a:xfrm>
          <a:prstGeom prst="hexagon">
            <a:avLst>
              <a:gd name="adj" fmla="val 28678"/>
              <a:gd name="vf" fmla="val 115470"/>
            </a:avLst>
          </a:prstGeom>
          <a:noFill/>
          <a:ln w="76200" cap="flat" cmpd="sng">
            <a:solidFill>
              <a:srgbClr val="184769"/>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flipH="1">
            <a:off x="793851" y="4692801"/>
            <a:ext cx="517500" cy="447900"/>
          </a:xfrm>
          <a:prstGeom prst="hexagon">
            <a:avLst>
              <a:gd name="adj" fmla="val 28678"/>
              <a:gd name="vf" fmla="val 115470"/>
            </a:avLst>
          </a:prstGeom>
          <a:solidFill>
            <a:srgbClr val="00E1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 name="Google Shape;57;p3"/>
          <p:cNvGrpSpPr/>
          <p:nvPr/>
        </p:nvGrpSpPr>
        <p:grpSpPr>
          <a:xfrm>
            <a:off x="996359" y="1070668"/>
            <a:ext cx="351204" cy="324661"/>
            <a:chOff x="5975075" y="2327500"/>
            <a:chExt cx="420100" cy="388350"/>
          </a:xfrm>
        </p:grpSpPr>
        <p:sp>
          <p:nvSpPr>
            <p:cNvPr id="58" name="Google Shape;58;p3"/>
            <p:cNvSpPr/>
            <p:nvPr/>
          </p:nvSpPr>
          <p:spPr>
            <a:xfrm>
              <a:off x="5975075" y="2474650"/>
              <a:ext cx="98325" cy="220450"/>
            </a:xfrm>
            <a:custGeom>
              <a:avLst/>
              <a:gdLst/>
              <a:ahLst/>
              <a:cxnLst/>
              <a:rect l="l" t="t" r="r" b="b"/>
              <a:pathLst>
                <a:path w="3933" h="8818" extrusionOk="0">
                  <a:moveTo>
                    <a:pt x="2418" y="1002"/>
                  </a:moveTo>
                  <a:lnTo>
                    <a:pt x="2565" y="1027"/>
                  </a:lnTo>
                  <a:lnTo>
                    <a:pt x="2687" y="1075"/>
                  </a:lnTo>
                  <a:lnTo>
                    <a:pt x="2809" y="1124"/>
                  </a:lnTo>
                  <a:lnTo>
                    <a:pt x="2907" y="1222"/>
                  </a:lnTo>
                  <a:lnTo>
                    <a:pt x="3005" y="1320"/>
                  </a:lnTo>
                  <a:lnTo>
                    <a:pt x="3078" y="1442"/>
                  </a:lnTo>
                  <a:lnTo>
                    <a:pt x="3102" y="1564"/>
                  </a:lnTo>
                  <a:lnTo>
                    <a:pt x="3127" y="1710"/>
                  </a:lnTo>
                  <a:lnTo>
                    <a:pt x="3102" y="1857"/>
                  </a:lnTo>
                  <a:lnTo>
                    <a:pt x="3078" y="1979"/>
                  </a:lnTo>
                  <a:lnTo>
                    <a:pt x="3005" y="2101"/>
                  </a:lnTo>
                  <a:lnTo>
                    <a:pt x="2907" y="2223"/>
                  </a:lnTo>
                  <a:lnTo>
                    <a:pt x="2809" y="2297"/>
                  </a:lnTo>
                  <a:lnTo>
                    <a:pt x="2687" y="2370"/>
                  </a:lnTo>
                  <a:lnTo>
                    <a:pt x="2565" y="2394"/>
                  </a:lnTo>
                  <a:lnTo>
                    <a:pt x="2418" y="2419"/>
                  </a:lnTo>
                  <a:lnTo>
                    <a:pt x="2272" y="2394"/>
                  </a:lnTo>
                  <a:lnTo>
                    <a:pt x="2150" y="2370"/>
                  </a:lnTo>
                  <a:lnTo>
                    <a:pt x="2028" y="2297"/>
                  </a:lnTo>
                  <a:lnTo>
                    <a:pt x="1930" y="2223"/>
                  </a:lnTo>
                  <a:lnTo>
                    <a:pt x="1832" y="2101"/>
                  </a:lnTo>
                  <a:lnTo>
                    <a:pt x="1759" y="1979"/>
                  </a:lnTo>
                  <a:lnTo>
                    <a:pt x="1735" y="1857"/>
                  </a:lnTo>
                  <a:lnTo>
                    <a:pt x="1710" y="1710"/>
                  </a:lnTo>
                  <a:lnTo>
                    <a:pt x="1735" y="1564"/>
                  </a:lnTo>
                  <a:lnTo>
                    <a:pt x="1759" y="1442"/>
                  </a:lnTo>
                  <a:lnTo>
                    <a:pt x="1832" y="1320"/>
                  </a:lnTo>
                  <a:lnTo>
                    <a:pt x="1930" y="1222"/>
                  </a:lnTo>
                  <a:lnTo>
                    <a:pt x="2028" y="1124"/>
                  </a:lnTo>
                  <a:lnTo>
                    <a:pt x="2150" y="1075"/>
                  </a:lnTo>
                  <a:lnTo>
                    <a:pt x="2272" y="1027"/>
                  </a:lnTo>
                  <a:lnTo>
                    <a:pt x="2418" y="1002"/>
                  </a:lnTo>
                  <a:close/>
                  <a:moveTo>
                    <a:pt x="1" y="1"/>
                  </a:moveTo>
                  <a:lnTo>
                    <a:pt x="1" y="8817"/>
                  </a:lnTo>
                  <a:lnTo>
                    <a:pt x="3933" y="8817"/>
                  </a:lnTo>
                  <a:lnTo>
                    <a:pt x="3933"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3"/>
            <p:cNvSpPr/>
            <p:nvPr/>
          </p:nvSpPr>
          <p:spPr>
            <a:xfrm>
              <a:off x="6088025" y="2327500"/>
              <a:ext cx="307150" cy="388350"/>
            </a:xfrm>
            <a:custGeom>
              <a:avLst/>
              <a:gdLst/>
              <a:ahLst/>
              <a:cxnLst/>
              <a:rect l="l" t="t" r="r" b="b"/>
              <a:pathLst>
                <a:path w="12286" h="15534" extrusionOk="0">
                  <a:moveTo>
                    <a:pt x="6326" y="1"/>
                  </a:moveTo>
                  <a:lnTo>
                    <a:pt x="5960" y="25"/>
                  </a:lnTo>
                  <a:lnTo>
                    <a:pt x="5716" y="74"/>
                  </a:lnTo>
                  <a:lnTo>
                    <a:pt x="5520" y="147"/>
                  </a:lnTo>
                  <a:lnTo>
                    <a:pt x="5374" y="221"/>
                  </a:lnTo>
                  <a:lnTo>
                    <a:pt x="4983" y="1466"/>
                  </a:lnTo>
                  <a:lnTo>
                    <a:pt x="4788" y="2028"/>
                  </a:lnTo>
                  <a:lnTo>
                    <a:pt x="4592" y="2541"/>
                  </a:lnTo>
                  <a:lnTo>
                    <a:pt x="4397" y="3005"/>
                  </a:lnTo>
                  <a:lnTo>
                    <a:pt x="4202" y="3396"/>
                  </a:lnTo>
                  <a:lnTo>
                    <a:pt x="4031" y="3689"/>
                  </a:lnTo>
                  <a:lnTo>
                    <a:pt x="3884" y="3933"/>
                  </a:lnTo>
                  <a:lnTo>
                    <a:pt x="3664" y="4153"/>
                  </a:lnTo>
                  <a:lnTo>
                    <a:pt x="3322" y="4495"/>
                  </a:lnTo>
                  <a:lnTo>
                    <a:pt x="2516" y="5252"/>
                  </a:lnTo>
                  <a:lnTo>
                    <a:pt x="1442" y="6229"/>
                  </a:lnTo>
                  <a:lnTo>
                    <a:pt x="1" y="6229"/>
                  </a:lnTo>
                  <a:lnTo>
                    <a:pt x="1" y="13433"/>
                  </a:lnTo>
                  <a:lnTo>
                    <a:pt x="1515" y="13433"/>
                  </a:lnTo>
                  <a:lnTo>
                    <a:pt x="2004" y="13678"/>
                  </a:lnTo>
                  <a:lnTo>
                    <a:pt x="2687" y="13971"/>
                  </a:lnTo>
                  <a:lnTo>
                    <a:pt x="3567" y="14313"/>
                  </a:lnTo>
                  <a:lnTo>
                    <a:pt x="4544" y="14679"/>
                  </a:lnTo>
                  <a:lnTo>
                    <a:pt x="5594" y="14997"/>
                  </a:lnTo>
                  <a:lnTo>
                    <a:pt x="6131" y="15143"/>
                  </a:lnTo>
                  <a:lnTo>
                    <a:pt x="6668" y="15265"/>
                  </a:lnTo>
                  <a:lnTo>
                    <a:pt x="7181" y="15387"/>
                  </a:lnTo>
                  <a:lnTo>
                    <a:pt x="7694" y="15461"/>
                  </a:lnTo>
                  <a:lnTo>
                    <a:pt x="8158" y="15509"/>
                  </a:lnTo>
                  <a:lnTo>
                    <a:pt x="8622" y="15534"/>
                  </a:lnTo>
                  <a:lnTo>
                    <a:pt x="9404" y="15534"/>
                  </a:lnTo>
                  <a:lnTo>
                    <a:pt x="9819" y="15509"/>
                  </a:lnTo>
                  <a:lnTo>
                    <a:pt x="10210" y="15461"/>
                  </a:lnTo>
                  <a:lnTo>
                    <a:pt x="10552" y="15363"/>
                  </a:lnTo>
                  <a:lnTo>
                    <a:pt x="10723" y="15314"/>
                  </a:lnTo>
                  <a:lnTo>
                    <a:pt x="10845" y="15265"/>
                  </a:lnTo>
                  <a:lnTo>
                    <a:pt x="10967" y="15192"/>
                  </a:lnTo>
                  <a:lnTo>
                    <a:pt x="11064" y="15094"/>
                  </a:lnTo>
                  <a:lnTo>
                    <a:pt x="11113" y="14997"/>
                  </a:lnTo>
                  <a:lnTo>
                    <a:pt x="11162" y="14874"/>
                  </a:lnTo>
                  <a:lnTo>
                    <a:pt x="11235" y="14166"/>
                  </a:lnTo>
                  <a:lnTo>
                    <a:pt x="11211" y="13995"/>
                  </a:lnTo>
                  <a:lnTo>
                    <a:pt x="11162" y="13849"/>
                  </a:lnTo>
                  <a:lnTo>
                    <a:pt x="11064" y="13702"/>
                  </a:lnTo>
                  <a:lnTo>
                    <a:pt x="10918" y="13580"/>
                  </a:lnTo>
                  <a:lnTo>
                    <a:pt x="11040" y="13556"/>
                  </a:lnTo>
                  <a:lnTo>
                    <a:pt x="11162" y="13507"/>
                  </a:lnTo>
                  <a:lnTo>
                    <a:pt x="11284" y="13458"/>
                  </a:lnTo>
                  <a:lnTo>
                    <a:pt x="11382" y="13360"/>
                  </a:lnTo>
                  <a:lnTo>
                    <a:pt x="11455" y="13263"/>
                  </a:lnTo>
                  <a:lnTo>
                    <a:pt x="11528" y="13140"/>
                  </a:lnTo>
                  <a:lnTo>
                    <a:pt x="11577" y="12994"/>
                  </a:lnTo>
                  <a:lnTo>
                    <a:pt x="11602" y="12872"/>
                  </a:lnTo>
                  <a:lnTo>
                    <a:pt x="11675" y="11993"/>
                  </a:lnTo>
                  <a:lnTo>
                    <a:pt x="11675" y="11870"/>
                  </a:lnTo>
                  <a:lnTo>
                    <a:pt x="11675" y="11773"/>
                  </a:lnTo>
                  <a:lnTo>
                    <a:pt x="11651" y="11651"/>
                  </a:lnTo>
                  <a:lnTo>
                    <a:pt x="11602" y="11553"/>
                  </a:lnTo>
                  <a:lnTo>
                    <a:pt x="11480" y="11382"/>
                  </a:lnTo>
                  <a:lnTo>
                    <a:pt x="11406" y="11309"/>
                  </a:lnTo>
                  <a:lnTo>
                    <a:pt x="11333" y="11235"/>
                  </a:lnTo>
                  <a:lnTo>
                    <a:pt x="11455" y="11211"/>
                  </a:lnTo>
                  <a:lnTo>
                    <a:pt x="11553" y="11162"/>
                  </a:lnTo>
                  <a:lnTo>
                    <a:pt x="11651" y="11089"/>
                  </a:lnTo>
                  <a:lnTo>
                    <a:pt x="11748" y="10991"/>
                  </a:lnTo>
                  <a:lnTo>
                    <a:pt x="11822" y="10893"/>
                  </a:lnTo>
                  <a:lnTo>
                    <a:pt x="11870" y="10796"/>
                  </a:lnTo>
                  <a:lnTo>
                    <a:pt x="11919" y="10674"/>
                  </a:lnTo>
                  <a:lnTo>
                    <a:pt x="11944" y="10527"/>
                  </a:lnTo>
                  <a:lnTo>
                    <a:pt x="12017" y="9672"/>
                  </a:lnTo>
                  <a:lnTo>
                    <a:pt x="12017" y="9550"/>
                  </a:lnTo>
                  <a:lnTo>
                    <a:pt x="12017" y="9428"/>
                  </a:lnTo>
                  <a:lnTo>
                    <a:pt x="11993" y="9306"/>
                  </a:lnTo>
                  <a:lnTo>
                    <a:pt x="11944" y="9208"/>
                  </a:lnTo>
                  <a:lnTo>
                    <a:pt x="11895" y="9111"/>
                  </a:lnTo>
                  <a:lnTo>
                    <a:pt x="11822" y="9037"/>
                  </a:lnTo>
                  <a:lnTo>
                    <a:pt x="11748" y="8964"/>
                  </a:lnTo>
                  <a:lnTo>
                    <a:pt x="11651" y="8891"/>
                  </a:lnTo>
                  <a:lnTo>
                    <a:pt x="11748" y="8866"/>
                  </a:lnTo>
                  <a:lnTo>
                    <a:pt x="11846" y="8793"/>
                  </a:lnTo>
                  <a:lnTo>
                    <a:pt x="11944" y="8720"/>
                  </a:lnTo>
                  <a:lnTo>
                    <a:pt x="12017" y="8647"/>
                  </a:lnTo>
                  <a:lnTo>
                    <a:pt x="12090" y="8549"/>
                  </a:lnTo>
                  <a:lnTo>
                    <a:pt x="12139" y="8451"/>
                  </a:lnTo>
                  <a:lnTo>
                    <a:pt x="12163" y="8329"/>
                  </a:lnTo>
                  <a:lnTo>
                    <a:pt x="12188" y="8207"/>
                  </a:lnTo>
                  <a:lnTo>
                    <a:pt x="12286" y="7328"/>
                  </a:lnTo>
                  <a:lnTo>
                    <a:pt x="12261" y="7206"/>
                  </a:lnTo>
                  <a:lnTo>
                    <a:pt x="12237" y="7083"/>
                  </a:lnTo>
                  <a:lnTo>
                    <a:pt x="12188" y="6986"/>
                  </a:lnTo>
                  <a:lnTo>
                    <a:pt x="12139" y="6888"/>
                  </a:lnTo>
                  <a:lnTo>
                    <a:pt x="12066" y="6790"/>
                  </a:lnTo>
                  <a:lnTo>
                    <a:pt x="11968" y="6717"/>
                  </a:lnTo>
                  <a:lnTo>
                    <a:pt x="11748" y="6571"/>
                  </a:lnTo>
                  <a:lnTo>
                    <a:pt x="11504" y="6448"/>
                  </a:lnTo>
                  <a:lnTo>
                    <a:pt x="11211" y="6351"/>
                  </a:lnTo>
                  <a:lnTo>
                    <a:pt x="10893" y="6278"/>
                  </a:lnTo>
                  <a:lnTo>
                    <a:pt x="10576" y="6229"/>
                  </a:lnTo>
                  <a:lnTo>
                    <a:pt x="9892" y="6131"/>
                  </a:lnTo>
                  <a:lnTo>
                    <a:pt x="8842" y="6033"/>
                  </a:lnTo>
                  <a:lnTo>
                    <a:pt x="7596" y="5960"/>
                  </a:lnTo>
                  <a:lnTo>
                    <a:pt x="6326" y="5887"/>
                  </a:lnTo>
                  <a:lnTo>
                    <a:pt x="6497" y="5594"/>
                  </a:lnTo>
                  <a:lnTo>
                    <a:pt x="6644" y="5252"/>
                  </a:lnTo>
                  <a:lnTo>
                    <a:pt x="6790" y="4885"/>
                  </a:lnTo>
                  <a:lnTo>
                    <a:pt x="6888" y="4495"/>
                  </a:lnTo>
                  <a:lnTo>
                    <a:pt x="6986" y="4104"/>
                  </a:lnTo>
                  <a:lnTo>
                    <a:pt x="7083" y="3689"/>
                  </a:lnTo>
                  <a:lnTo>
                    <a:pt x="7181" y="2883"/>
                  </a:lnTo>
                  <a:lnTo>
                    <a:pt x="7254" y="2150"/>
                  </a:lnTo>
                  <a:lnTo>
                    <a:pt x="7303" y="1539"/>
                  </a:lnTo>
                  <a:lnTo>
                    <a:pt x="7303" y="978"/>
                  </a:lnTo>
                  <a:lnTo>
                    <a:pt x="7303" y="807"/>
                  </a:lnTo>
                  <a:lnTo>
                    <a:pt x="7230" y="611"/>
                  </a:lnTo>
                  <a:lnTo>
                    <a:pt x="7157" y="465"/>
                  </a:lnTo>
                  <a:lnTo>
                    <a:pt x="7035" y="318"/>
                  </a:lnTo>
                  <a:lnTo>
                    <a:pt x="6888" y="172"/>
                  </a:lnTo>
                  <a:lnTo>
                    <a:pt x="6717" y="98"/>
                  </a:lnTo>
                  <a:lnTo>
                    <a:pt x="6522" y="25"/>
                  </a:lnTo>
                  <a:lnTo>
                    <a:pt x="6326"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3"/>
          <p:cNvSpPr/>
          <p:nvPr/>
        </p:nvSpPr>
        <p:spPr>
          <a:xfrm>
            <a:off x="393600" y="3346627"/>
            <a:ext cx="166061" cy="287704"/>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19BB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 name="Google Shape;61;p3"/>
          <p:cNvGrpSpPr/>
          <p:nvPr/>
        </p:nvGrpSpPr>
        <p:grpSpPr>
          <a:xfrm>
            <a:off x="305253" y="553856"/>
            <a:ext cx="247469" cy="392302"/>
            <a:chOff x="6718575" y="2318625"/>
            <a:chExt cx="256950" cy="407375"/>
          </a:xfrm>
        </p:grpSpPr>
        <p:sp>
          <p:nvSpPr>
            <p:cNvPr id="62" name="Google Shape;62;p3"/>
            <p:cNvSpPr/>
            <p:nvPr/>
          </p:nvSpPr>
          <p:spPr>
            <a:xfrm>
              <a:off x="6795900" y="2673600"/>
              <a:ext cx="102300" cy="22550"/>
            </a:xfrm>
            <a:custGeom>
              <a:avLst/>
              <a:gdLst/>
              <a:ahLst/>
              <a:cxnLst/>
              <a:rect l="l" t="t" r="r" b="b"/>
              <a:pathLst>
                <a:path w="4092" h="902" fill="none" extrusionOk="0">
                  <a:moveTo>
                    <a:pt x="4092" y="902"/>
                  </a:moveTo>
                  <a:lnTo>
                    <a:pt x="4092" y="1"/>
                  </a:lnTo>
                  <a:lnTo>
                    <a:pt x="0" y="1"/>
                  </a:lnTo>
                  <a:lnTo>
                    <a:pt x="0" y="902"/>
                  </a:lnTo>
                  <a:lnTo>
                    <a:pt x="4092" y="902"/>
                  </a:lnTo>
                  <a:close/>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6795900" y="2650475"/>
              <a:ext cx="102300" cy="22550"/>
            </a:xfrm>
            <a:custGeom>
              <a:avLst/>
              <a:gdLst/>
              <a:ahLst/>
              <a:cxnLst/>
              <a:rect l="l" t="t" r="r" b="b"/>
              <a:pathLst>
                <a:path w="4092" h="902" fill="none" extrusionOk="0">
                  <a:moveTo>
                    <a:pt x="4092" y="901"/>
                  </a:moveTo>
                  <a:lnTo>
                    <a:pt x="4092" y="0"/>
                  </a:lnTo>
                  <a:lnTo>
                    <a:pt x="0" y="0"/>
                  </a:lnTo>
                  <a:lnTo>
                    <a:pt x="0" y="901"/>
                  </a:lnTo>
                  <a:lnTo>
                    <a:pt x="4092" y="901"/>
                  </a:lnTo>
                  <a:close/>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3"/>
            <p:cNvSpPr/>
            <p:nvPr/>
          </p:nvSpPr>
          <p:spPr>
            <a:xfrm>
              <a:off x="6795900" y="2696125"/>
              <a:ext cx="102300" cy="29875"/>
            </a:xfrm>
            <a:custGeom>
              <a:avLst/>
              <a:gdLst/>
              <a:ahLst/>
              <a:cxnLst/>
              <a:rect l="l" t="t" r="r" b="b"/>
              <a:pathLst>
                <a:path w="4092" h="1195" fill="none" extrusionOk="0">
                  <a:moveTo>
                    <a:pt x="0" y="1"/>
                  </a:moveTo>
                  <a:lnTo>
                    <a:pt x="0" y="171"/>
                  </a:lnTo>
                  <a:lnTo>
                    <a:pt x="0" y="171"/>
                  </a:lnTo>
                  <a:lnTo>
                    <a:pt x="24" y="318"/>
                  </a:lnTo>
                  <a:lnTo>
                    <a:pt x="98" y="464"/>
                  </a:lnTo>
                  <a:lnTo>
                    <a:pt x="195" y="585"/>
                  </a:lnTo>
                  <a:lnTo>
                    <a:pt x="341" y="659"/>
                  </a:lnTo>
                  <a:lnTo>
                    <a:pt x="1875" y="1170"/>
                  </a:lnTo>
                  <a:lnTo>
                    <a:pt x="1875" y="1170"/>
                  </a:lnTo>
                  <a:lnTo>
                    <a:pt x="2046" y="1194"/>
                  </a:lnTo>
                  <a:lnTo>
                    <a:pt x="2046" y="1194"/>
                  </a:lnTo>
                  <a:lnTo>
                    <a:pt x="2216" y="1170"/>
                  </a:lnTo>
                  <a:lnTo>
                    <a:pt x="3751" y="659"/>
                  </a:lnTo>
                  <a:lnTo>
                    <a:pt x="3751" y="659"/>
                  </a:lnTo>
                  <a:lnTo>
                    <a:pt x="3897" y="585"/>
                  </a:lnTo>
                  <a:lnTo>
                    <a:pt x="3994" y="464"/>
                  </a:lnTo>
                  <a:lnTo>
                    <a:pt x="4067" y="318"/>
                  </a:lnTo>
                  <a:lnTo>
                    <a:pt x="4092" y="171"/>
                  </a:lnTo>
                  <a:lnTo>
                    <a:pt x="4092" y="1"/>
                  </a:lnTo>
                  <a:lnTo>
                    <a:pt x="0" y="1"/>
                  </a:lnTo>
                  <a:close/>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3"/>
            <p:cNvSpPr/>
            <p:nvPr/>
          </p:nvSpPr>
          <p:spPr>
            <a:xfrm>
              <a:off x="6784925" y="2459275"/>
              <a:ext cx="35350" cy="166875"/>
            </a:xfrm>
            <a:custGeom>
              <a:avLst/>
              <a:gdLst/>
              <a:ahLst/>
              <a:cxnLst/>
              <a:rect l="l" t="t" r="r" b="b"/>
              <a:pathLst>
                <a:path w="1414" h="6675" fill="none" extrusionOk="0">
                  <a:moveTo>
                    <a:pt x="1413" y="6674"/>
                  </a:moveTo>
                  <a:lnTo>
                    <a:pt x="1413" y="6674"/>
                  </a:lnTo>
                  <a:lnTo>
                    <a:pt x="585" y="2850"/>
                  </a:lnTo>
                  <a:lnTo>
                    <a:pt x="1" y="1"/>
                  </a:lnTo>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18575" y="2318625"/>
              <a:ext cx="256950" cy="307525"/>
            </a:xfrm>
            <a:custGeom>
              <a:avLst/>
              <a:gdLst/>
              <a:ahLst/>
              <a:cxnLst/>
              <a:rect l="l" t="t" r="r" b="b"/>
              <a:pathLst>
                <a:path w="10278" h="12301" fill="none" extrusionOk="0">
                  <a:moveTo>
                    <a:pt x="7185" y="12300"/>
                  </a:moveTo>
                  <a:lnTo>
                    <a:pt x="7185" y="12300"/>
                  </a:lnTo>
                  <a:lnTo>
                    <a:pt x="7307" y="11764"/>
                  </a:lnTo>
                  <a:lnTo>
                    <a:pt x="7477" y="11253"/>
                  </a:lnTo>
                  <a:lnTo>
                    <a:pt x="7672" y="10766"/>
                  </a:lnTo>
                  <a:lnTo>
                    <a:pt x="7891" y="10327"/>
                  </a:lnTo>
                  <a:lnTo>
                    <a:pt x="8135" y="9913"/>
                  </a:lnTo>
                  <a:lnTo>
                    <a:pt x="8378" y="9499"/>
                  </a:lnTo>
                  <a:lnTo>
                    <a:pt x="8914" y="8720"/>
                  </a:lnTo>
                  <a:lnTo>
                    <a:pt x="9182" y="8330"/>
                  </a:lnTo>
                  <a:lnTo>
                    <a:pt x="9425" y="7941"/>
                  </a:lnTo>
                  <a:lnTo>
                    <a:pt x="9645" y="7551"/>
                  </a:lnTo>
                  <a:lnTo>
                    <a:pt x="9864" y="7113"/>
                  </a:lnTo>
                  <a:lnTo>
                    <a:pt x="10034" y="6674"/>
                  </a:lnTo>
                  <a:lnTo>
                    <a:pt x="10156" y="6187"/>
                  </a:lnTo>
                  <a:lnTo>
                    <a:pt x="10229" y="5676"/>
                  </a:lnTo>
                  <a:lnTo>
                    <a:pt x="10253" y="5408"/>
                  </a:lnTo>
                  <a:lnTo>
                    <a:pt x="10278" y="5140"/>
                  </a:lnTo>
                  <a:lnTo>
                    <a:pt x="10278" y="5140"/>
                  </a:lnTo>
                  <a:lnTo>
                    <a:pt x="10229" y="4604"/>
                  </a:lnTo>
                  <a:lnTo>
                    <a:pt x="10156" y="4093"/>
                  </a:lnTo>
                  <a:lnTo>
                    <a:pt x="10034" y="3605"/>
                  </a:lnTo>
                  <a:lnTo>
                    <a:pt x="9864" y="3143"/>
                  </a:lnTo>
                  <a:lnTo>
                    <a:pt x="9645" y="2680"/>
                  </a:lnTo>
                  <a:lnTo>
                    <a:pt x="9401" y="2266"/>
                  </a:lnTo>
                  <a:lnTo>
                    <a:pt x="9084" y="1876"/>
                  </a:lnTo>
                  <a:lnTo>
                    <a:pt x="8768" y="1511"/>
                  </a:lnTo>
                  <a:lnTo>
                    <a:pt x="8402" y="1170"/>
                  </a:lnTo>
                  <a:lnTo>
                    <a:pt x="8013" y="878"/>
                  </a:lnTo>
                  <a:lnTo>
                    <a:pt x="7574" y="634"/>
                  </a:lnTo>
                  <a:lnTo>
                    <a:pt x="7136" y="415"/>
                  </a:lnTo>
                  <a:lnTo>
                    <a:pt x="6673" y="244"/>
                  </a:lnTo>
                  <a:lnTo>
                    <a:pt x="6162" y="98"/>
                  </a:lnTo>
                  <a:lnTo>
                    <a:pt x="5675" y="25"/>
                  </a:lnTo>
                  <a:lnTo>
                    <a:pt x="5139" y="1"/>
                  </a:lnTo>
                  <a:lnTo>
                    <a:pt x="5139" y="1"/>
                  </a:lnTo>
                  <a:lnTo>
                    <a:pt x="4603" y="25"/>
                  </a:lnTo>
                  <a:lnTo>
                    <a:pt x="4116" y="98"/>
                  </a:lnTo>
                  <a:lnTo>
                    <a:pt x="3605" y="244"/>
                  </a:lnTo>
                  <a:lnTo>
                    <a:pt x="3142" y="415"/>
                  </a:lnTo>
                  <a:lnTo>
                    <a:pt x="2703" y="634"/>
                  </a:lnTo>
                  <a:lnTo>
                    <a:pt x="2265" y="878"/>
                  </a:lnTo>
                  <a:lnTo>
                    <a:pt x="1875" y="1170"/>
                  </a:lnTo>
                  <a:lnTo>
                    <a:pt x="1510" y="1511"/>
                  </a:lnTo>
                  <a:lnTo>
                    <a:pt x="1193" y="1876"/>
                  </a:lnTo>
                  <a:lnTo>
                    <a:pt x="877" y="2266"/>
                  </a:lnTo>
                  <a:lnTo>
                    <a:pt x="633" y="2680"/>
                  </a:lnTo>
                  <a:lnTo>
                    <a:pt x="414" y="3143"/>
                  </a:lnTo>
                  <a:lnTo>
                    <a:pt x="244" y="3605"/>
                  </a:lnTo>
                  <a:lnTo>
                    <a:pt x="122" y="4093"/>
                  </a:lnTo>
                  <a:lnTo>
                    <a:pt x="49" y="4604"/>
                  </a:lnTo>
                  <a:lnTo>
                    <a:pt x="0" y="5140"/>
                  </a:lnTo>
                  <a:lnTo>
                    <a:pt x="0" y="5140"/>
                  </a:lnTo>
                  <a:lnTo>
                    <a:pt x="24" y="5408"/>
                  </a:lnTo>
                  <a:lnTo>
                    <a:pt x="49" y="5676"/>
                  </a:lnTo>
                  <a:lnTo>
                    <a:pt x="122" y="6187"/>
                  </a:lnTo>
                  <a:lnTo>
                    <a:pt x="244" y="6674"/>
                  </a:lnTo>
                  <a:lnTo>
                    <a:pt x="414" y="7113"/>
                  </a:lnTo>
                  <a:lnTo>
                    <a:pt x="633" y="7551"/>
                  </a:lnTo>
                  <a:lnTo>
                    <a:pt x="852" y="7941"/>
                  </a:lnTo>
                  <a:lnTo>
                    <a:pt x="1096" y="8330"/>
                  </a:lnTo>
                  <a:lnTo>
                    <a:pt x="1364" y="8720"/>
                  </a:lnTo>
                  <a:lnTo>
                    <a:pt x="1900" y="9499"/>
                  </a:lnTo>
                  <a:lnTo>
                    <a:pt x="2143" y="9913"/>
                  </a:lnTo>
                  <a:lnTo>
                    <a:pt x="2387" y="10327"/>
                  </a:lnTo>
                  <a:lnTo>
                    <a:pt x="2606" y="10766"/>
                  </a:lnTo>
                  <a:lnTo>
                    <a:pt x="2801" y="11253"/>
                  </a:lnTo>
                  <a:lnTo>
                    <a:pt x="2971" y="11764"/>
                  </a:lnTo>
                  <a:lnTo>
                    <a:pt x="3093" y="12300"/>
                  </a:lnTo>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6873825" y="2459275"/>
              <a:ext cx="35350" cy="166875"/>
            </a:xfrm>
            <a:custGeom>
              <a:avLst/>
              <a:gdLst/>
              <a:ahLst/>
              <a:cxnLst/>
              <a:rect l="l" t="t" r="r" b="b"/>
              <a:pathLst>
                <a:path w="1414" h="6675" fill="none" extrusionOk="0">
                  <a:moveTo>
                    <a:pt x="1413" y="1"/>
                  </a:moveTo>
                  <a:lnTo>
                    <a:pt x="1413" y="1"/>
                  </a:lnTo>
                  <a:lnTo>
                    <a:pt x="829" y="2850"/>
                  </a:lnTo>
                  <a:lnTo>
                    <a:pt x="1" y="6674"/>
                  </a:lnTo>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6801975" y="2453200"/>
              <a:ext cx="90150" cy="19500"/>
            </a:xfrm>
            <a:custGeom>
              <a:avLst/>
              <a:gdLst/>
              <a:ahLst/>
              <a:cxnLst/>
              <a:rect l="l" t="t" r="r" b="b"/>
              <a:pathLst>
                <a:path w="3606" h="780" fill="none" extrusionOk="0">
                  <a:moveTo>
                    <a:pt x="1" y="73"/>
                  </a:moveTo>
                  <a:lnTo>
                    <a:pt x="829" y="780"/>
                  </a:lnTo>
                  <a:lnTo>
                    <a:pt x="1657" y="73"/>
                  </a:lnTo>
                  <a:lnTo>
                    <a:pt x="1657" y="73"/>
                  </a:lnTo>
                  <a:lnTo>
                    <a:pt x="1730" y="25"/>
                  </a:lnTo>
                  <a:lnTo>
                    <a:pt x="1803" y="0"/>
                  </a:lnTo>
                  <a:lnTo>
                    <a:pt x="1876" y="25"/>
                  </a:lnTo>
                  <a:lnTo>
                    <a:pt x="1949" y="73"/>
                  </a:lnTo>
                  <a:lnTo>
                    <a:pt x="2777" y="780"/>
                  </a:lnTo>
                  <a:lnTo>
                    <a:pt x="3605" y="73"/>
                  </a:lnTo>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6795900" y="2628550"/>
              <a:ext cx="102300" cy="25"/>
            </a:xfrm>
            <a:custGeom>
              <a:avLst/>
              <a:gdLst/>
              <a:ahLst/>
              <a:cxnLst/>
              <a:rect l="l" t="t" r="r" b="b"/>
              <a:pathLst>
                <a:path w="4092" h="1" fill="none" extrusionOk="0">
                  <a:moveTo>
                    <a:pt x="0" y="1"/>
                  </a:moveTo>
                  <a:lnTo>
                    <a:pt x="4092" y="1"/>
                  </a:lnTo>
                </a:path>
              </a:pathLst>
            </a:custGeom>
            <a:noFill/>
            <a:ln w="12175" cap="rnd"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0;p3"/>
          <p:cNvGrpSpPr/>
          <p:nvPr/>
        </p:nvGrpSpPr>
        <p:grpSpPr>
          <a:xfrm>
            <a:off x="1419984" y="3634331"/>
            <a:ext cx="342882" cy="350068"/>
            <a:chOff x="3951850" y="2985350"/>
            <a:chExt cx="407950" cy="416500"/>
          </a:xfrm>
        </p:grpSpPr>
        <p:sp>
          <p:nvSpPr>
            <p:cNvPr id="71" name="Google Shape;71;p3"/>
            <p:cNvSpPr/>
            <p:nvPr/>
          </p:nvSpPr>
          <p:spPr>
            <a:xfrm>
              <a:off x="3951850" y="2985350"/>
              <a:ext cx="314800" cy="314825"/>
            </a:xfrm>
            <a:custGeom>
              <a:avLst/>
              <a:gdLst/>
              <a:ahLst/>
              <a:cxnLst/>
              <a:rect l="l" t="t" r="r" b="b"/>
              <a:pathLst>
                <a:path w="12592" h="12593" fill="none" extrusionOk="0">
                  <a:moveTo>
                    <a:pt x="6284" y="1"/>
                  </a:moveTo>
                  <a:lnTo>
                    <a:pt x="6284" y="1"/>
                  </a:lnTo>
                  <a:lnTo>
                    <a:pt x="5967" y="25"/>
                  </a:lnTo>
                  <a:lnTo>
                    <a:pt x="5651" y="49"/>
                  </a:lnTo>
                  <a:lnTo>
                    <a:pt x="5334" y="74"/>
                  </a:lnTo>
                  <a:lnTo>
                    <a:pt x="5017" y="147"/>
                  </a:lnTo>
                  <a:lnTo>
                    <a:pt x="4725" y="220"/>
                  </a:lnTo>
                  <a:lnTo>
                    <a:pt x="4433" y="293"/>
                  </a:lnTo>
                  <a:lnTo>
                    <a:pt x="4141" y="390"/>
                  </a:lnTo>
                  <a:lnTo>
                    <a:pt x="3848" y="512"/>
                  </a:lnTo>
                  <a:lnTo>
                    <a:pt x="3556" y="634"/>
                  </a:lnTo>
                  <a:lnTo>
                    <a:pt x="3288" y="780"/>
                  </a:lnTo>
                  <a:lnTo>
                    <a:pt x="3020" y="926"/>
                  </a:lnTo>
                  <a:lnTo>
                    <a:pt x="2777" y="1072"/>
                  </a:lnTo>
                  <a:lnTo>
                    <a:pt x="2290" y="1437"/>
                  </a:lnTo>
                  <a:lnTo>
                    <a:pt x="1851" y="1852"/>
                  </a:lnTo>
                  <a:lnTo>
                    <a:pt x="1437" y="2290"/>
                  </a:lnTo>
                  <a:lnTo>
                    <a:pt x="1072" y="2777"/>
                  </a:lnTo>
                  <a:lnTo>
                    <a:pt x="901" y="3045"/>
                  </a:lnTo>
                  <a:lnTo>
                    <a:pt x="755" y="3313"/>
                  </a:lnTo>
                  <a:lnTo>
                    <a:pt x="609" y="3581"/>
                  </a:lnTo>
                  <a:lnTo>
                    <a:pt x="487" y="3849"/>
                  </a:lnTo>
                  <a:lnTo>
                    <a:pt x="390" y="4141"/>
                  </a:lnTo>
                  <a:lnTo>
                    <a:pt x="292" y="4433"/>
                  </a:lnTo>
                  <a:lnTo>
                    <a:pt x="195" y="4725"/>
                  </a:lnTo>
                  <a:lnTo>
                    <a:pt x="122" y="5042"/>
                  </a:lnTo>
                  <a:lnTo>
                    <a:pt x="73" y="5334"/>
                  </a:lnTo>
                  <a:lnTo>
                    <a:pt x="25" y="5651"/>
                  </a:lnTo>
                  <a:lnTo>
                    <a:pt x="0" y="5968"/>
                  </a:lnTo>
                  <a:lnTo>
                    <a:pt x="0" y="6308"/>
                  </a:lnTo>
                  <a:lnTo>
                    <a:pt x="0" y="6308"/>
                  </a:lnTo>
                  <a:lnTo>
                    <a:pt x="0" y="6625"/>
                  </a:lnTo>
                  <a:lnTo>
                    <a:pt x="25" y="6942"/>
                  </a:lnTo>
                  <a:lnTo>
                    <a:pt x="73" y="7258"/>
                  </a:lnTo>
                  <a:lnTo>
                    <a:pt x="122" y="7575"/>
                  </a:lnTo>
                  <a:lnTo>
                    <a:pt x="195" y="7867"/>
                  </a:lnTo>
                  <a:lnTo>
                    <a:pt x="292" y="8184"/>
                  </a:lnTo>
                  <a:lnTo>
                    <a:pt x="390" y="8476"/>
                  </a:lnTo>
                  <a:lnTo>
                    <a:pt x="487" y="8744"/>
                  </a:lnTo>
                  <a:lnTo>
                    <a:pt x="609" y="9036"/>
                  </a:lnTo>
                  <a:lnTo>
                    <a:pt x="755" y="9304"/>
                  </a:lnTo>
                  <a:lnTo>
                    <a:pt x="901" y="9572"/>
                  </a:lnTo>
                  <a:lnTo>
                    <a:pt x="1072" y="9816"/>
                  </a:lnTo>
                  <a:lnTo>
                    <a:pt x="1437" y="10303"/>
                  </a:lnTo>
                  <a:lnTo>
                    <a:pt x="1851" y="10741"/>
                  </a:lnTo>
                  <a:lnTo>
                    <a:pt x="2290" y="11155"/>
                  </a:lnTo>
                  <a:lnTo>
                    <a:pt x="2777" y="11520"/>
                  </a:lnTo>
                  <a:lnTo>
                    <a:pt x="3020" y="11691"/>
                  </a:lnTo>
                  <a:lnTo>
                    <a:pt x="3288" y="11837"/>
                  </a:lnTo>
                  <a:lnTo>
                    <a:pt x="3556" y="11983"/>
                  </a:lnTo>
                  <a:lnTo>
                    <a:pt x="3848" y="12105"/>
                  </a:lnTo>
                  <a:lnTo>
                    <a:pt x="4141" y="12202"/>
                  </a:lnTo>
                  <a:lnTo>
                    <a:pt x="4433" y="12300"/>
                  </a:lnTo>
                  <a:lnTo>
                    <a:pt x="4725" y="12397"/>
                  </a:lnTo>
                  <a:lnTo>
                    <a:pt x="5017" y="12470"/>
                  </a:lnTo>
                  <a:lnTo>
                    <a:pt x="5334" y="12519"/>
                  </a:lnTo>
                  <a:lnTo>
                    <a:pt x="5651" y="12568"/>
                  </a:lnTo>
                  <a:lnTo>
                    <a:pt x="5967" y="12592"/>
                  </a:lnTo>
                  <a:lnTo>
                    <a:pt x="6284" y="12592"/>
                  </a:lnTo>
                  <a:lnTo>
                    <a:pt x="6284" y="12592"/>
                  </a:lnTo>
                  <a:lnTo>
                    <a:pt x="6625" y="12592"/>
                  </a:lnTo>
                  <a:lnTo>
                    <a:pt x="6941" y="12568"/>
                  </a:lnTo>
                  <a:lnTo>
                    <a:pt x="7258" y="12519"/>
                  </a:lnTo>
                  <a:lnTo>
                    <a:pt x="7550" y="12470"/>
                  </a:lnTo>
                  <a:lnTo>
                    <a:pt x="7867" y="12397"/>
                  </a:lnTo>
                  <a:lnTo>
                    <a:pt x="8159" y="12300"/>
                  </a:lnTo>
                  <a:lnTo>
                    <a:pt x="8451" y="12202"/>
                  </a:lnTo>
                  <a:lnTo>
                    <a:pt x="8744" y="12105"/>
                  </a:lnTo>
                  <a:lnTo>
                    <a:pt x="9012" y="11983"/>
                  </a:lnTo>
                  <a:lnTo>
                    <a:pt x="9279" y="11837"/>
                  </a:lnTo>
                  <a:lnTo>
                    <a:pt x="9547" y="11691"/>
                  </a:lnTo>
                  <a:lnTo>
                    <a:pt x="9815" y="11520"/>
                  </a:lnTo>
                  <a:lnTo>
                    <a:pt x="10302" y="11155"/>
                  </a:lnTo>
                  <a:lnTo>
                    <a:pt x="10741" y="10741"/>
                  </a:lnTo>
                  <a:lnTo>
                    <a:pt x="11155" y="10303"/>
                  </a:lnTo>
                  <a:lnTo>
                    <a:pt x="11520" y="9816"/>
                  </a:lnTo>
                  <a:lnTo>
                    <a:pt x="11666" y="9572"/>
                  </a:lnTo>
                  <a:lnTo>
                    <a:pt x="11812" y="9304"/>
                  </a:lnTo>
                  <a:lnTo>
                    <a:pt x="11958" y="9036"/>
                  </a:lnTo>
                  <a:lnTo>
                    <a:pt x="12080" y="8744"/>
                  </a:lnTo>
                  <a:lnTo>
                    <a:pt x="12202" y="8476"/>
                  </a:lnTo>
                  <a:lnTo>
                    <a:pt x="12299" y="8184"/>
                  </a:lnTo>
                  <a:lnTo>
                    <a:pt x="12397" y="7867"/>
                  </a:lnTo>
                  <a:lnTo>
                    <a:pt x="12446" y="7575"/>
                  </a:lnTo>
                  <a:lnTo>
                    <a:pt x="12519" y="7258"/>
                  </a:lnTo>
                  <a:lnTo>
                    <a:pt x="12543" y="6942"/>
                  </a:lnTo>
                  <a:lnTo>
                    <a:pt x="12567" y="6625"/>
                  </a:lnTo>
                  <a:lnTo>
                    <a:pt x="12592" y="6308"/>
                  </a:lnTo>
                  <a:lnTo>
                    <a:pt x="12592" y="6308"/>
                  </a:lnTo>
                  <a:lnTo>
                    <a:pt x="12567" y="5968"/>
                  </a:lnTo>
                  <a:lnTo>
                    <a:pt x="12543" y="5651"/>
                  </a:lnTo>
                  <a:lnTo>
                    <a:pt x="12519" y="5334"/>
                  </a:lnTo>
                  <a:lnTo>
                    <a:pt x="12446" y="5042"/>
                  </a:lnTo>
                  <a:lnTo>
                    <a:pt x="12397" y="4725"/>
                  </a:lnTo>
                  <a:lnTo>
                    <a:pt x="12299" y="4433"/>
                  </a:lnTo>
                  <a:lnTo>
                    <a:pt x="12202" y="4141"/>
                  </a:lnTo>
                  <a:lnTo>
                    <a:pt x="12080" y="3849"/>
                  </a:lnTo>
                  <a:lnTo>
                    <a:pt x="11958" y="3581"/>
                  </a:lnTo>
                  <a:lnTo>
                    <a:pt x="11812" y="3313"/>
                  </a:lnTo>
                  <a:lnTo>
                    <a:pt x="11666" y="3045"/>
                  </a:lnTo>
                  <a:lnTo>
                    <a:pt x="11520" y="2777"/>
                  </a:lnTo>
                  <a:lnTo>
                    <a:pt x="11155" y="2290"/>
                  </a:lnTo>
                  <a:lnTo>
                    <a:pt x="10741" y="1852"/>
                  </a:lnTo>
                  <a:lnTo>
                    <a:pt x="10302" y="1437"/>
                  </a:lnTo>
                  <a:lnTo>
                    <a:pt x="9815" y="1072"/>
                  </a:lnTo>
                  <a:lnTo>
                    <a:pt x="9547" y="926"/>
                  </a:lnTo>
                  <a:lnTo>
                    <a:pt x="9279" y="780"/>
                  </a:lnTo>
                  <a:lnTo>
                    <a:pt x="9012" y="634"/>
                  </a:lnTo>
                  <a:lnTo>
                    <a:pt x="8744" y="512"/>
                  </a:lnTo>
                  <a:lnTo>
                    <a:pt x="8451" y="390"/>
                  </a:lnTo>
                  <a:lnTo>
                    <a:pt x="8159" y="293"/>
                  </a:lnTo>
                  <a:lnTo>
                    <a:pt x="7867" y="220"/>
                  </a:lnTo>
                  <a:lnTo>
                    <a:pt x="7550" y="147"/>
                  </a:lnTo>
                  <a:lnTo>
                    <a:pt x="7258" y="74"/>
                  </a:lnTo>
                  <a:lnTo>
                    <a:pt x="6941" y="49"/>
                  </a:lnTo>
                  <a:lnTo>
                    <a:pt x="6625" y="25"/>
                  </a:lnTo>
                  <a:lnTo>
                    <a:pt x="6284" y="1"/>
                  </a:lnTo>
                  <a:lnTo>
                    <a:pt x="6284" y="1"/>
                  </a:lnTo>
                  <a:close/>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3988375" y="3021875"/>
              <a:ext cx="241750" cy="241750"/>
            </a:xfrm>
            <a:custGeom>
              <a:avLst/>
              <a:gdLst/>
              <a:ahLst/>
              <a:cxnLst/>
              <a:rect l="l" t="t" r="r" b="b"/>
              <a:pathLst>
                <a:path w="9670" h="9670" fill="none" extrusionOk="0">
                  <a:moveTo>
                    <a:pt x="4823" y="1"/>
                  </a:moveTo>
                  <a:lnTo>
                    <a:pt x="4823" y="1"/>
                  </a:lnTo>
                  <a:lnTo>
                    <a:pt x="4336" y="25"/>
                  </a:lnTo>
                  <a:lnTo>
                    <a:pt x="3849" y="98"/>
                  </a:lnTo>
                  <a:lnTo>
                    <a:pt x="3386" y="220"/>
                  </a:lnTo>
                  <a:lnTo>
                    <a:pt x="2947" y="391"/>
                  </a:lnTo>
                  <a:lnTo>
                    <a:pt x="2533" y="585"/>
                  </a:lnTo>
                  <a:lnTo>
                    <a:pt x="2144" y="829"/>
                  </a:lnTo>
                  <a:lnTo>
                    <a:pt x="1754" y="1121"/>
                  </a:lnTo>
                  <a:lnTo>
                    <a:pt x="1413" y="1438"/>
                  </a:lnTo>
                  <a:lnTo>
                    <a:pt x="1096" y="1779"/>
                  </a:lnTo>
                  <a:lnTo>
                    <a:pt x="829" y="2144"/>
                  </a:lnTo>
                  <a:lnTo>
                    <a:pt x="585" y="2534"/>
                  </a:lnTo>
                  <a:lnTo>
                    <a:pt x="390" y="2972"/>
                  </a:lnTo>
                  <a:lnTo>
                    <a:pt x="220" y="3411"/>
                  </a:lnTo>
                  <a:lnTo>
                    <a:pt x="98" y="3873"/>
                  </a:lnTo>
                  <a:lnTo>
                    <a:pt x="25" y="4336"/>
                  </a:lnTo>
                  <a:lnTo>
                    <a:pt x="1" y="4847"/>
                  </a:lnTo>
                  <a:lnTo>
                    <a:pt x="1" y="4847"/>
                  </a:lnTo>
                  <a:lnTo>
                    <a:pt x="25" y="5335"/>
                  </a:lnTo>
                  <a:lnTo>
                    <a:pt x="98" y="5822"/>
                  </a:lnTo>
                  <a:lnTo>
                    <a:pt x="220" y="6284"/>
                  </a:lnTo>
                  <a:lnTo>
                    <a:pt x="390" y="6723"/>
                  </a:lnTo>
                  <a:lnTo>
                    <a:pt x="585" y="7137"/>
                  </a:lnTo>
                  <a:lnTo>
                    <a:pt x="829" y="7527"/>
                  </a:lnTo>
                  <a:lnTo>
                    <a:pt x="1096" y="7916"/>
                  </a:lnTo>
                  <a:lnTo>
                    <a:pt x="1413" y="8257"/>
                  </a:lnTo>
                  <a:lnTo>
                    <a:pt x="1754" y="8574"/>
                  </a:lnTo>
                  <a:lnTo>
                    <a:pt x="2144" y="8842"/>
                  </a:lnTo>
                  <a:lnTo>
                    <a:pt x="2533" y="9085"/>
                  </a:lnTo>
                  <a:lnTo>
                    <a:pt x="2947" y="9280"/>
                  </a:lnTo>
                  <a:lnTo>
                    <a:pt x="3386" y="9451"/>
                  </a:lnTo>
                  <a:lnTo>
                    <a:pt x="3849" y="9572"/>
                  </a:lnTo>
                  <a:lnTo>
                    <a:pt x="4336" y="9645"/>
                  </a:lnTo>
                  <a:lnTo>
                    <a:pt x="4823" y="9670"/>
                  </a:lnTo>
                  <a:lnTo>
                    <a:pt x="4823" y="9670"/>
                  </a:lnTo>
                  <a:lnTo>
                    <a:pt x="5334" y="9645"/>
                  </a:lnTo>
                  <a:lnTo>
                    <a:pt x="5797" y="9572"/>
                  </a:lnTo>
                  <a:lnTo>
                    <a:pt x="6260" y="9451"/>
                  </a:lnTo>
                  <a:lnTo>
                    <a:pt x="6698" y="9280"/>
                  </a:lnTo>
                  <a:lnTo>
                    <a:pt x="7136" y="9085"/>
                  </a:lnTo>
                  <a:lnTo>
                    <a:pt x="7526" y="8842"/>
                  </a:lnTo>
                  <a:lnTo>
                    <a:pt x="7892" y="8574"/>
                  </a:lnTo>
                  <a:lnTo>
                    <a:pt x="8232" y="8257"/>
                  </a:lnTo>
                  <a:lnTo>
                    <a:pt x="8549" y="7916"/>
                  </a:lnTo>
                  <a:lnTo>
                    <a:pt x="8841" y="7527"/>
                  </a:lnTo>
                  <a:lnTo>
                    <a:pt x="9085" y="7137"/>
                  </a:lnTo>
                  <a:lnTo>
                    <a:pt x="9280" y="6723"/>
                  </a:lnTo>
                  <a:lnTo>
                    <a:pt x="9450" y="6284"/>
                  </a:lnTo>
                  <a:lnTo>
                    <a:pt x="9572" y="5822"/>
                  </a:lnTo>
                  <a:lnTo>
                    <a:pt x="9645" y="5335"/>
                  </a:lnTo>
                  <a:lnTo>
                    <a:pt x="9669" y="4847"/>
                  </a:lnTo>
                  <a:lnTo>
                    <a:pt x="9669" y="4847"/>
                  </a:lnTo>
                  <a:lnTo>
                    <a:pt x="9645" y="4336"/>
                  </a:lnTo>
                  <a:lnTo>
                    <a:pt x="9572" y="3873"/>
                  </a:lnTo>
                  <a:lnTo>
                    <a:pt x="9450" y="3411"/>
                  </a:lnTo>
                  <a:lnTo>
                    <a:pt x="9280" y="2972"/>
                  </a:lnTo>
                  <a:lnTo>
                    <a:pt x="9085" y="2534"/>
                  </a:lnTo>
                  <a:lnTo>
                    <a:pt x="8841" y="2144"/>
                  </a:lnTo>
                  <a:lnTo>
                    <a:pt x="8549" y="1779"/>
                  </a:lnTo>
                  <a:lnTo>
                    <a:pt x="8232" y="1438"/>
                  </a:lnTo>
                  <a:lnTo>
                    <a:pt x="7892" y="1121"/>
                  </a:lnTo>
                  <a:lnTo>
                    <a:pt x="7526" y="829"/>
                  </a:lnTo>
                  <a:lnTo>
                    <a:pt x="7136" y="585"/>
                  </a:lnTo>
                  <a:lnTo>
                    <a:pt x="6698" y="391"/>
                  </a:lnTo>
                  <a:lnTo>
                    <a:pt x="6260" y="220"/>
                  </a:lnTo>
                  <a:lnTo>
                    <a:pt x="5797" y="98"/>
                  </a:lnTo>
                  <a:lnTo>
                    <a:pt x="5334" y="25"/>
                  </a:lnTo>
                  <a:lnTo>
                    <a:pt x="4823" y="1"/>
                  </a:lnTo>
                  <a:lnTo>
                    <a:pt x="4823" y="1"/>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4024300" y="3058425"/>
              <a:ext cx="84650" cy="84650"/>
            </a:xfrm>
            <a:custGeom>
              <a:avLst/>
              <a:gdLst/>
              <a:ahLst/>
              <a:cxnLst/>
              <a:rect l="l" t="t" r="r" b="b"/>
              <a:pathLst>
                <a:path w="3386" h="3386" fill="none" extrusionOk="0">
                  <a:moveTo>
                    <a:pt x="0" y="3385"/>
                  </a:moveTo>
                  <a:lnTo>
                    <a:pt x="0" y="3385"/>
                  </a:lnTo>
                  <a:lnTo>
                    <a:pt x="25" y="3020"/>
                  </a:lnTo>
                  <a:lnTo>
                    <a:pt x="74" y="2704"/>
                  </a:lnTo>
                  <a:lnTo>
                    <a:pt x="147" y="2363"/>
                  </a:lnTo>
                  <a:lnTo>
                    <a:pt x="268" y="2070"/>
                  </a:lnTo>
                  <a:lnTo>
                    <a:pt x="414" y="1754"/>
                  </a:lnTo>
                  <a:lnTo>
                    <a:pt x="585" y="1486"/>
                  </a:lnTo>
                  <a:lnTo>
                    <a:pt x="780" y="1218"/>
                  </a:lnTo>
                  <a:lnTo>
                    <a:pt x="999" y="974"/>
                  </a:lnTo>
                  <a:lnTo>
                    <a:pt x="1243" y="755"/>
                  </a:lnTo>
                  <a:lnTo>
                    <a:pt x="1510" y="560"/>
                  </a:lnTo>
                  <a:lnTo>
                    <a:pt x="1778" y="390"/>
                  </a:lnTo>
                  <a:lnTo>
                    <a:pt x="2071" y="244"/>
                  </a:lnTo>
                  <a:lnTo>
                    <a:pt x="2387" y="146"/>
                  </a:lnTo>
                  <a:lnTo>
                    <a:pt x="2704" y="49"/>
                  </a:lnTo>
                  <a:lnTo>
                    <a:pt x="3045" y="0"/>
                  </a:lnTo>
                  <a:lnTo>
                    <a:pt x="3386" y="0"/>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4205750" y="3248375"/>
              <a:ext cx="154050" cy="153475"/>
            </a:xfrm>
            <a:custGeom>
              <a:avLst/>
              <a:gdLst/>
              <a:ahLst/>
              <a:cxnLst/>
              <a:rect l="l" t="t" r="r" b="b"/>
              <a:pathLst>
                <a:path w="6162" h="6139" fill="none" extrusionOk="0">
                  <a:moveTo>
                    <a:pt x="0" y="1024"/>
                  </a:moveTo>
                  <a:lnTo>
                    <a:pt x="4969" y="5992"/>
                  </a:lnTo>
                  <a:lnTo>
                    <a:pt x="4969" y="5992"/>
                  </a:lnTo>
                  <a:lnTo>
                    <a:pt x="5042" y="6041"/>
                  </a:lnTo>
                  <a:lnTo>
                    <a:pt x="5115" y="6090"/>
                  </a:lnTo>
                  <a:lnTo>
                    <a:pt x="5212" y="6114"/>
                  </a:lnTo>
                  <a:lnTo>
                    <a:pt x="5310" y="6138"/>
                  </a:lnTo>
                  <a:lnTo>
                    <a:pt x="5407" y="6114"/>
                  </a:lnTo>
                  <a:lnTo>
                    <a:pt x="5480" y="6090"/>
                  </a:lnTo>
                  <a:lnTo>
                    <a:pt x="5577" y="6041"/>
                  </a:lnTo>
                  <a:lnTo>
                    <a:pt x="5651" y="5992"/>
                  </a:lnTo>
                  <a:lnTo>
                    <a:pt x="6016" y="5627"/>
                  </a:lnTo>
                  <a:lnTo>
                    <a:pt x="6016" y="5627"/>
                  </a:lnTo>
                  <a:lnTo>
                    <a:pt x="6089" y="5554"/>
                  </a:lnTo>
                  <a:lnTo>
                    <a:pt x="6138" y="5456"/>
                  </a:lnTo>
                  <a:lnTo>
                    <a:pt x="6162" y="5359"/>
                  </a:lnTo>
                  <a:lnTo>
                    <a:pt x="6162" y="5286"/>
                  </a:lnTo>
                  <a:lnTo>
                    <a:pt x="6162" y="5188"/>
                  </a:lnTo>
                  <a:lnTo>
                    <a:pt x="6138" y="5091"/>
                  </a:lnTo>
                  <a:lnTo>
                    <a:pt x="6089" y="5018"/>
                  </a:lnTo>
                  <a:lnTo>
                    <a:pt x="6016" y="4921"/>
                  </a:lnTo>
                  <a:lnTo>
                    <a:pt x="1072" y="1"/>
                  </a:lnTo>
                </a:path>
              </a:pathLst>
            </a:custGeom>
            <a:noFill/>
            <a:ln w="19050" cap="rnd"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 name="Google Shape;75;p3"/>
          <p:cNvSpPr/>
          <p:nvPr/>
        </p:nvSpPr>
        <p:spPr>
          <a:xfrm rot="10800000" flipH="1">
            <a:off x="733424" y="3936025"/>
            <a:ext cx="819900" cy="710100"/>
          </a:xfrm>
          <a:prstGeom prst="hexagon">
            <a:avLst>
              <a:gd name="adj" fmla="val 28678"/>
              <a:gd name="vf" fmla="val 115470"/>
            </a:avLst>
          </a:prstGeom>
          <a:noFill/>
          <a:ln w="9525" cap="flat"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rot="10800000" flipH="1">
            <a:off x="738525" y="100850"/>
            <a:ext cx="428700" cy="371100"/>
          </a:xfrm>
          <a:prstGeom prst="hexagon">
            <a:avLst>
              <a:gd name="adj" fmla="val 28678"/>
              <a:gd name="vf" fmla="val 115470"/>
            </a:avLst>
          </a:prstGeom>
          <a:solidFill>
            <a:srgbClr val="3292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3"/>
          <p:cNvSpPr/>
          <p:nvPr/>
        </p:nvSpPr>
        <p:spPr>
          <a:xfrm rot="10800000" flipH="1">
            <a:off x="-291325" y="4148475"/>
            <a:ext cx="1182300" cy="1023600"/>
          </a:xfrm>
          <a:prstGeom prst="hexagon">
            <a:avLst>
              <a:gd name="adj" fmla="val 28678"/>
              <a:gd name="vf" fmla="val 115470"/>
            </a:avLst>
          </a:pr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rot="10800000" flipH="1">
            <a:off x="420725" y="-65225"/>
            <a:ext cx="358800" cy="310500"/>
          </a:xfrm>
          <a:prstGeom prst="hexagon">
            <a:avLst>
              <a:gd name="adj" fmla="val 28678"/>
              <a:gd name="vf" fmla="val 115470"/>
            </a:avLst>
          </a:prstGeom>
          <a:noFill/>
          <a:ln w="19050" cap="flat" cmpd="sng">
            <a:solidFill>
              <a:srgbClr val="00E1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1019338" y="4167058"/>
            <a:ext cx="248073" cy="248058"/>
          </a:xfrm>
          <a:custGeom>
            <a:avLst/>
            <a:gdLst/>
            <a:ahLst/>
            <a:cxnLst/>
            <a:rect l="l" t="t" r="r" b="b"/>
            <a:pathLst>
              <a:path w="17000" h="16999" extrusionOk="0">
                <a:moveTo>
                  <a:pt x="8769" y="5740"/>
                </a:moveTo>
                <a:lnTo>
                  <a:pt x="9037" y="5788"/>
                </a:lnTo>
                <a:lnTo>
                  <a:pt x="9282" y="5862"/>
                </a:lnTo>
                <a:lnTo>
                  <a:pt x="9550" y="5935"/>
                </a:lnTo>
                <a:lnTo>
                  <a:pt x="9794" y="6057"/>
                </a:lnTo>
                <a:lnTo>
                  <a:pt x="10014" y="6204"/>
                </a:lnTo>
                <a:lnTo>
                  <a:pt x="10234" y="6350"/>
                </a:lnTo>
                <a:lnTo>
                  <a:pt x="10454" y="6546"/>
                </a:lnTo>
                <a:lnTo>
                  <a:pt x="10649" y="6765"/>
                </a:lnTo>
                <a:lnTo>
                  <a:pt x="10796" y="6985"/>
                </a:lnTo>
                <a:lnTo>
                  <a:pt x="10942" y="7205"/>
                </a:lnTo>
                <a:lnTo>
                  <a:pt x="11064" y="7449"/>
                </a:lnTo>
                <a:lnTo>
                  <a:pt x="11138" y="7718"/>
                </a:lnTo>
                <a:lnTo>
                  <a:pt x="11211" y="7962"/>
                </a:lnTo>
                <a:lnTo>
                  <a:pt x="11260" y="8231"/>
                </a:lnTo>
                <a:lnTo>
                  <a:pt x="11260" y="8499"/>
                </a:lnTo>
                <a:lnTo>
                  <a:pt x="11260" y="8768"/>
                </a:lnTo>
                <a:lnTo>
                  <a:pt x="11211" y="9037"/>
                </a:lnTo>
                <a:lnTo>
                  <a:pt x="11138" y="9281"/>
                </a:lnTo>
                <a:lnTo>
                  <a:pt x="11064" y="9550"/>
                </a:lnTo>
                <a:lnTo>
                  <a:pt x="10942" y="9794"/>
                </a:lnTo>
                <a:lnTo>
                  <a:pt x="10796" y="10014"/>
                </a:lnTo>
                <a:lnTo>
                  <a:pt x="10649" y="10233"/>
                </a:lnTo>
                <a:lnTo>
                  <a:pt x="10454" y="10453"/>
                </a:lnTo>
                <a:lnTo>
                  <a:pt x="10234" y="10649"/>
                </a:lnTo>
                <a:lnTo>
                  <a:pt x="10014" y="10795"/>
                </a:lnTo>
                <a:lnTo>
                  <a:pt x="9794" y="10942"/>
                </a:lnTo>
                <a:lnTo>
                  <a:pt x="9550" y="11064"/>
                </a:lnTo>
                <a:lnTo>
                  <a:pt x="9282" y="11137"/>
                </a:lnTo>
                <a:lnTo>
                  <a:pt x="9037" y="11210"/>
                </a:lnTo>
                <a:lnTo>
                  <a:pt x="8769" y="11259"/>
                </a:lnTo>
                <a:lnTo>
                  <a:pt x="8231" y="11259"/>
                </a:lnTo>
                <a:lnTo>
                  <a:pt x="7963" y="11210"/>
                </a:lnTo>
                <a:lnTo>
                  <a:pt x="7719" y="11137"/>
                </a:lnTo>
                <a:lnTo>
                  <a:pt x="7450" y="11064"/>
                </a:lnTo>
                <a:lnTo>
                  <a:pt x="7206" y="10942"/>
                </a:lnTo>
                <a:lnTo>
                  <a:pt x="6986" y="10795"/>
                </a:lnTo>
                <a:lnTo>
                  <a:pt x="6766" y="10649"/>
                </a:lnTo>
                <a:lnTo>
                  <a:pt x="6546" y="10453"/>
                </a:lnTo>
                <a:lnTo>
                  <a:pt x="6351" y="10233"/>
                </a:lnTo>
                <a:lnTo>
                  <a:pt x="6204" y="10014"/>
                </a:lnTo>
                <a:lnTo>
                  <a:pt x="6058" y="9794"/>
                </a:lnTo>
                <a:lnTo>
                  <a:pt x="5936" y="9550"/>
                </a:lnTo>
                <a:lnTo>
                  <a:pt x="5862" y="9281"/>
                </a:lnTo>
                <a:lnTo>
                  <a:pt x="5789" y="9037"/>
                </a:lnTo>
                <a:lnTo>
                  <a:pt x="5740" y="8768"/>
                </a:lnTo>
                <a:lnTo>
                  <a:pt x="5740" y="8499"/>
                </a:lnTo>
                <a:lnTo>
                  <a:pt x="5740" y="8231"/>
                </a:lnTo>
                <a:lnTo>
                  <a:pt x="5789" y="7962"/>
                </a:lnTo>
                <a:lnTo>
                  <a:pt x="5862" y="7718"/>
                </a:lnTo>
                <a:lnTo>
                  <a:pt x="5936" y="7449"/>
                </a:lnTo>
                <a:lnTo>
                  <a:pt x="6058" y="7205"/>
                </a:lnTo>
                <a:lnTo>
                  <a:pt x="6204" y="6985"/>
                </a:lnTo>
                <a:lnTo>
                  <a:pt x="6351" y="6765"/>
                </a:lnTo>
                <a:lnTo>
                  <a:pt x="6546" y="6546"/>
                </a:lnTo>
                <a:lnTo>
                  <a:pt x="6766" y="6350"/>
                </a:lnTo>
                <a:lnTo>
                  <a:pt x="6986" y="6204"/>
                </a:lnTo>
                <a:lnTo>
                  <a:pt x="7206" y="6057"/>
                </a:lnTo>
                <a:lnTo>
                  <a:pt x="7450" y="5935"/>
                </a:lnTo>
                <a:lnTo>
                  <a:pt x="7719" y="5862"/>
                </a:lnTo>
                <a:lnTo>
                  <a:pt x="7963" y="5788"/>
                </a:lnTo>
                <a:lnTo>
                  <a:pt x="8231" y="5740"/>
                </a:lnTo>
                <a:close/>
                <a:moveTo>
                  <a:pt x="7914" y="0"/>
                </a:moveTo>
                <a:lnTo>
                  <a:pt x="7743" y="25"/>
                </a:lnTo>
                <a:lnTo>
                  <a:pt x="7596" y="73"/>
                </a:lnTo>
                <a:lnTo>
                  <a:pt x="7474" y="147"/>
                </a:lnTo>
                <a:lnTo>
                  <a:pt x="7328" y="244"/>
                </a:lnTo>
                <a:lnTo>
                  <a:pt x="7230" y="342"/>
                </a:lnTo>
                <a:lnTo>
                  <a:pt x="7132" y="489"/>
                </a:lnTo>
                <a:lnTo>
                  <a:pt x="7084" y="635"/>
                </a:lnTo>
                <a:lnTo>
                  <a:pt x="7035" y="782"/>
                </a:lnTo>
                <a:lnTo>
                  <a:pt x="6839" y="2540"/>
                </a:lnTo>
                <a:lnTo>
                  <a:pt x="6497" y="2638"/>
                </a:lnTo>
                <a:lnTo>
                  <a:pt x="6131" y="2784"/>
                </a:lnTo>
                <a:lnTo>
                  <a:pt x="5789" y="2931"/>
                </a:lnTo>
                <a:lnTo>
                  <a:pt x="5447" y="3102"/>
                </a:lnTo>
                <a:lnTo>
                  <a:pt x="4079" y="2027"/>
                </a:lnTo>
                <a:lnTo>
                  <a:pt x="3933" y="1930"/>
                </a:lnTo>
                <a:lnTo>
                  <a:pt x="3786" y="1881"/>
                </a:lnTo>
                <a:lnTo>
                  <a:pt x="3640" y="1832"/>
                </a:lnTo>
                <a:lnTo>
                  <a:pt x="3493" y="1832"/>
                </a:lnTo>
                <a:lnTo>
                  <a:pt x="3322" y="1856"/>
                </a:lnTo>
                <a:lnTo>
                  <a:pt x="3176" y="1905"/>
                </a:lnTo>
                <a:lnTo>
                  <a:pt x="3029" y="1978"/>
                </a:lnTo>
                <a:lnTo>
                  <a:pt x="2907" y="2076"/>
                </a:lnTo>
                <a:lnTo>
                  <a:pt x="2077" y="2907"/>
                </a:lnTo>
                <a:lnTo>
                  <a:pt x="1979" y="3029"/>
                </a:lnTo>
                <a:lnTo>
                  <a:pt x="1906" y="3175"/>
                </a:lnTo>
                <a:lnTo>
                  <a:pt x="1857" y="3322"/>
                </a:lnTo>
                <a:lnTo>
                  <a:pt x="1833" y="3493"/>
                </a:lnTo>
                <a:lnTo>
                  <a:pt x="1833" y="3639"/>
                </a:lnTo>
                <a:lnTo>
                  <a:pt x="1881" y="3786"/>
                </a:lnTo>
                <a:lnTo>
                  <a:pt x="1930" y="3932"/>
                </a:lnTo>
                <a:lnTo>
                  <a:pt x="2028" y="4079"/>
                </a:lnTo>
                <a:lnTo>
                  <a:pt x="3103" y="5447"/>
                </a:lnTo>
                <a:lnTo>
                  <a:pt x="2932" y="5788"/>
                </a:lnTo>
                <a:lnTo>
                  <a:pt x="2785" y="6130"/>
                </a:lnTo>
                <a:lnTo>
                  <a:pt x="2639" y="6497"/>
                </a:lnTo>
                <a:lnTo>
                  <a:pt x="2541" y="6839"/>
                </a:lnTo>
                <a:lnTo>
                  <a:pt x="782" y="7034"/>
                </a:lnTo>
                <a:lnTo>
                  <a:pt x="636" y="7083"/>
                </a:lnTo>
                <a:lnTo>
                  <a:pt x="489" y="7132"/>
                </a:lnTo>
                <a:lnTo>
                  <a:pt x="343" y="7229"/>
                </a:lnTo>
                <a:lnTo>
                  <a:pt x="245" y="7327"/>
                </a:lnTo>
                <a:lnTo>
                  <a:pt x="147" y="7474"/>
                </a:lnTo>
                <a:lnTo>
                  <a:pt x="74" y="7596"/>
                </a:lnTo>
                <a:lnTo>
                  <a:pt x="25" y="7742"/>
                </a:lnTo>
                <a:lnTo>
                  <a:pt x="1" y="7913"/>
                </a:lnTo>
                <a:lnTo>
                  <a:pt x="1" y="9086"/>
                </a:lnTo>
                <a:lnTo>
                  <a:pt x="25" y="9257"/>
                </a:lnTo>
                <a:lnTo>
                  <a:pt x="74" y="9403"/>
                </a:lnTo>
                <a:lnTo>
                  <a:pt x="147" y="9525"/>
                </a:lnTo>
                <a:lnTo>
                  <a:pt x="245" y="9672"/>
                </a:lnTo>
                <a:lnTo>
                  <a:pt x="343" y="9769"/>
                </a:lnTo>
                <a:lnTo>
                  <a:pt x="489" y="9867"/>
                </a:lnTo>
                <a:lnTo>
                  <a:pt x="636" y="9916"/>
                </a:lnTo>
                <a:lnTo>
                  <a:pt x="782" y="9965"/>
                </a:lnTo>
                <a:lnTo>
                  <a:pt x="2541" y="10160"/>
                </a:lnTo>
                <a:lnTo>
                  <a:pt x="2639" y="10502"/>
                </a:lnTo>
                <a:lnTo>
                  <a:pt x="2785" y="10868"/>
                </a:lnTo>
                <a:lnTo>
                  <a:pt x="2932" y="11210"/>
                </a:lnTo>
                <a:lnTo>
                  <a:pt x="3103" y="11552"/>
                </a:lnTo>
                <a:lnTo>
                  <a:pt x="2028" y="12920"/>
                </a:lnTo>
                <a:lnTo>
                  <a:pt x="1930" y="13067"/>
                </a:lnTo>
                <a:lnTo>
                  <a:pt x="1881" y="13213"/>
                </a:lnTo>
                <a:lnTo>
                  <a:pt x="1833" y="13360"/>
                </a:lnTo>
                <a:lnTo>
                  <a:pt x="1833" y="13506"/>
                </a:lnTo>
                <a:lnTo>
                  <a:pt x="1857" y="13677"/>
                </a:lnTo>
                <a:lnTo>
                  <a:pt x="1906" y="13824"/>
                </a:lnTo>
                <a:lnTo>
                  <a:pt x="1979" y="13970"/>
                </a:lnTo>
                <a:lnTo>
                  <a:pt x="2077" y="14092"/>
                </a:lnTo>
                <a:lnTo>
                  <a:pt x="2907" y="14923"/>
                </a:lnTo>
                <a:lnTo>
                  <a:pt x="3029" y="15020"/>
                </a:lnTo>
                <a:lnTo>
                  <a:pt x="3176" y="15094"/>
                </a:lnTo>
                <a:lnTo>
                  <a:pt x="3322" y="15142"/>
                </a:lnTo>
                <a:lnTo>
                  <a:pt x="3493" y="15167"/>
                </a:lnTo>
                <a:lnTo>
                  <a:pt x="3640" y="15167"/>
                </a:lnTo>
                <a:lnTo>
                  <a:pt x="3786" y="15118"/>
                </a:lnTo>
                <a:lnTo>
                  <a:pt x="3933" y="15069"/>
                </a:lnTo>
                <a:lnTo>
                  <a:pt x="4079" y="14996"/>
                </a:lnTo>
                <a:lnTo>
                  <a:pt x="5447" y="13897"/>
                </a:lnTo>
                <a:lnTo>
                  <a:pt x="5789" y="14068"/>
                </a:lnTo>
                <a:lnTo>
                  <a:pt x="6131" y="14214"/>
                </a:lnTo>
                <a:lnTo>
                  <a:pt x="6497" y="14361"/>
                </a:lnTo>
                <a:lnTo>
                  <a:pt x="6839" y="14459"/>
                </a:lnTo>
                <a:lnTo>
                  <a:pt x="7035" y="16217"/>
                </a:lnTo>
                <a:lnTo>
                  <a:pt x="7084" y="16364"/>
                </a:lnTo>
                <a:lnTo>
                  <a:pt x="7132" y="16510"/>
                </a:lnTo>
                <a:lnTo>
                  <a:pt x="7230" y="16657"/>
                </a:lnTo>
                <a:lnTo>
                  <a:pt x="7328" y="16754"/>
                </a:lnTo>
                <a:lnTo>
                  <a:pt x="7474" y="16852"/>
                </a:lnTo>
                <a:lnTo>
                  <a:pt x="7596" y="16925"/>
                </a:lnTo>
                <a:lnTo>
                  <a:pt x="7743" y="16974"/>
                </a:lnTo>
                <a:lnTo>
                  <a:pt x="7914" y="16999"/>
                </a:lnTo>
                <a:lnTo>
                  <a:pt x="9086" y="16999"/>
                </a:lnTo>
                <a:lnTo>
                  <a:pt x="9257" y="16974"/>
                </a:lnTo>
                <a:lnTo>
                  <a:pt x="9404" y="16925"/>
                </a:lnTo>
                <a:lnTo>
                  <a:pt x="9526" y="16852"/>
                </a:lnTo>
                <a:lnTo>
                  <a:pt x="9672" y="16754"/>
                </a:lnTo>
                <a:lnTo>
                  <a:pt x="9770" y="16657"/>
                </a:lnTo>
                <a:lnTo>
                  <a:pt x="9868" y="16510"/>
                </a:lnTo>
                <a:lnTo>
                  <a:pt x="9917" y="16364"/>
                </a:lnTo>
                <a:lnTo>
                  <a:pt x="9965" y="16217"/>
                </a:lnTo>
                <a:lnTo>
                  <a:pt x="10161" y="14459"/>
                </a:lnTo>
                <a:lnTo>
                  <a:pt x="10503" y="14361"/>
                </a:lnTo>
                <a:lnTo>
                  <a:pt x="10869" y="14214"/>
                </a:lnTo>
                <a:lnTo>
                  <a:pt x="11211" y="14068"/>
                </a:lnTo>
                <a:lnTo>
                  <a:pt x="11553" y="13897"/>
                </a:lnTo>
                <a:lnTo>
                  <a:pt x="12921" y="14996"/>
                </a:lnTo>
                <a:lnTo>
                  <a:pt x="13067" y="15069"/>
                </a:lnTo>
                <a:lnTo>
                  <a:pt x="13214" y="15118"/>
                </a:lnTo>
                <a:lnTo>
                  <a:pt x="13360" y="15167"/>
                </a:lnTo>
                <a:lnTo>
                  <a:pt x="13507" y="15167"/>
                </a:lnTo>
                <a:lnTo>
                  <a:pt x="13678" y="15142"/>
                </a:lnTo>
                <a:lnTo>
                  <a:pt x="13824" y="15094"/>
                </a:lnTo>
                <a:lnTo>
                  <a:pt x="13971" y="15020"/>
                </a:lnTo>
                <a:lnTo>
                  <a:pt x="14093" y="14923"/>
                </a:lnTo>
                <a:lnTo>
                  <a:pt x="14923" y="14092"/>
                </a:lnTo>
                <a:lnTo>
                  <a:pt x="15021" y="13970"/>
                </a:lnTo>
                <a:lnTo>
                  <a:pt x="15094" y="13824"/>
                </a:lnTo>
                <a:lnTo>
                  <a:pt x="15143" y="13677"/>
                </a:lnTo>
                <a:lnTo>
                  <a:pt x="15168" y="13506"/>
                </a:lnTo>
                <a:lnTo>
                  <a:pt x="15168" y="13360"/>
                </a:lnTo>
                <a:lnTo>
                  <a:pt x="15119" y="13213"/>
                </a:lnTo>
                <a:lnTo>
                  <a:pt x="15070" y="13067"/>
                </a:lnTo>
                <a:lnTo>
                  <a:pt x="14997" y="12920"/>
                </a:lnTo>
                <a:lnTo>
                  <a:pt x="13898" y="11552"/>
                </a:lnTo>
                <a:lnTo>
                  <a:pt x="14068" y="11210"/>
                </a:lnTo>
                <a:lnTo>
                  <a:pt x="14215" y="10868"/>
                </a:lnTo>
                <a:lnTo>
                  <a:pt x="14362" y="10502"/>
                </a:lnTo>
                <a:lnTo>
                  <a:pt x="14459" y="10160"/>
                </a:lnTo>
                <a:lnTo>
                  <a:pt x="16218" y="9965"/>
                </a:lnTo>
                <a:lnTo>
                  <a:pt x="16364" y="9916"/>
                </a:lnTo>
                <a:lnTo>
                  <a:pt x="16511" y="9867"/>
                </a:lnTo>
                <a:lnTo>
                  <a:pt x="16657" y="9769"/>
                </a:lnTo>
                <a:lnTo>
                  <a:pt x="16755" y="9672"/>
                </a:lnTo>
                <a:lnTo>
                  <a:pt x="16853" y="9525"/>
                </a:lnTo>
                <a:lnTo>
                  <a:pt x="16926" y="9403"/>
                </a:lnTo>
                <a:lnTo>
                  <a:pt x="16975" y="9257"/>
                </a:lnTo>
                <a:lnTo>
                  <a:pt x="16999" y="9086"/>
                </a:lnTo>
                <a:lnTo>
                  <a:pt x="16999" y="7913"/>
                </a:lnTo>
                <a:lnTo>
                  <a:pt x="16975" y="7742"/>
                </a:lnTo>
                <a:lnTo>
                  <a:pt x="16926" y="7596"/>
                </a:lnTo>
                <a:lnTo>
                  <a:pt x="16853" y="7474"/>
                </a:lnTo>
                <a:lnTo>
                  <a:pt x="16755" y="7327"/>
                </a:lnTo>
                <a:lnTo>
                  <a:pt x="16657" y="7229"/>
                </a:lnTo>
                <a:lnTo>
                  <a:pt x="16511" y="7132"/>
                </a:lnTo>
                <a:lnTo>
                  <a:pt x="16364" y="7083"/>
                </a:lnTo>
                <a:lnTo>
                  <a:pt x="16218" y="7034"/>
                </a:lnTo>
                <a:lnTo>
                  <a:pt x="14459" y="6839"/>
                </a:lnTo>
                <a:lnTo>
                  <a:pt x="14362" y="6497"/>
                </a:lnTo>
                <a:lnTo>
                  <a:pt x="14215" y="6130"/>
                </a:lnTo>
                <a:lnTo>
                  <a:pt x="14068" y="5788"/>
                </a:lnTo>
                <a:lnTo>
                  <a:pt x="13898" y="5447"/>
                </a:lnTo>
                <a:lnTo>
                  <a:pt x="14997" y="4079"/>
                </a:lnTo>
                <a:lnTo>
                  <a:pt x="15070" y="3932"/>
                </a:lnTo>
                <a:lnTo>
                  <a:pt x="15119" y="3786"/>
                </a:lnTo>
                <a:lnTo>
                  <a:pt x="15168" y="3639"/>
                </a:lnTo>
                <a:lnTo>
                  <a:pt x="15168" y="3493"/>
                </a:lnTo>
                <a:lnTo>
                  <a:pt x="15143" y="3322"/>
                </a:lnTo>
                <a:lnTo>
                  <a:pt x="15094" y="3175"/>
                </a:lnTo>
                <a:lnTo>
                  <a:pt x="15021" y="3029"/>
                </a:lnTo>
                <a:lnTo>
                  <a:pt x="14923" y="2907"/>
                </a:lnTo>
                <a:lnTo>
                  <a:pt x="14093" y="2076"/>
                </a:lnTo>
                <a:lnTo>
                  <a:pt x="13971" y="1978"/>
                </a:lnTo>
                <a:lnTo>
                  <a:pt x="13824" y="1905"/>
                </a:lnTo>
                <a:lnTo>
                  <a:pt x="13678" y="1856"/>
                </a:lnTo>
                <a:lnTo>
                  <a:pt x="13507" y="1832"/>
                </a:lnTo>
                <a:lnTo>
                  <a:pt x="13360" y="1832"/>
                </a:lnTo>
                <a:lnTo>
                  <a:pt x="13214" y="1881"/>
                </a:lnTo>
                <a:lnTo>
                  <a:pt x="13067" y="1930"/>
                </a:lnTo>
                <a:lnTo>
                  <a:pt x="12921" y="2027"/>
                </a:lnTo>
                <a:lnTo>
                  <a:pt x="11553" y="3102"/>
                </a:lnTo>
                <a:lnTo>
                  <a:pt x="11211" y="2931"/>
                </a:lnTo>
                <a:lnTo>
                  <a:pt x="10869" y="2784"/>
                </a:lnTo>
                <a:lnTo>
                  <a:pt x="10503" y="2638"/>
                </a:lnTo>
                <a:lnTo>
                  <a:pt x="10161" y="2540"/>
                </a:lnTo>
                <a:lnTo>
                  <a:pt x="9965" y="782"/>
                </a:lnTo>
                <a:lnTo>
                  <a:pt x="9917" y="635"/>
                </a:lnTo>
                <a:lnTo>
                  <a:pt x="9868" y="489"/>
                </a:lnTo>
                <a:lnTo>
                  <a:pt x="9770" y="342"/>
                </a:lnTo>
                <a:lnTo>
                  <a:pt x="9672" y="244"/>
                </a:lnTo>
                <a:lnTo>
                  <a:pt x="9526" y="147"/>
                </a:lnTo>
                <a:lnTo>
                  <a:pt x="9404" y="73"/>
                </a:lnTo>
                <a:lnTo>
                  <a:pt x="9257" y="25"/>
                </a:lnTo>
                <a:lnTo>
                  <a:pt x="9086"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3"/>
          <p:cNvGrpSpPr/>
          <p:nvPr/>
        </p:nvGrpSpPr>
        <p:grpSpPr>
          <a:xfrm>
            <a:off x="-50285" y="1452794"/>
            <a:ext cx="624844" cy="599376"/>
            <a:chOff x="5241175" y="4959100"/>
            <a:chExt cx="539775" cy="517775"/>
          </a:xfrm>
        </p:grpSpPr>
        <p:sp>
          <p:nvSpPr>
            <p:cNvPr id="81" name="Google Shape;81;p3"/>
            <p:cNvSpPr/>
            <p:nvPr/>
          </p:nvSpPr>
          <p:spPr>
            <a:xfrm>
              <a:off x="5575150" y="4959100"/>
              <a:ext cx="161225" cy="178300"/>
            </a:xfrm>
            <a:custGeom>
              <a:avLst/>
              <a:gdLst/>
              <a:ahLst/>
              <a:cxnLst/>
              <a:rect l="l" t="t" r="r" b="b"/>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3"/>
            <p:cNvSpPr/>
            <p:nvPr/>
          </p:nvSpPr>
          <p:spPr>
            <a:xfrm>
              <a:off x="5330925" y="4985350"/>
              <a:ext cx="128250" cy="148400"/>
            </a:xfrm>
            <a:custGeom>
              <a:avLst/>
              <a:gdLst/>
              <a:ahLst/>
              <a:cxnLst/>
              <a:rect l="l" t="t" r="r" b="b"/>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a:off x="5241175" y="5241175"/>
              <a:ext cx="180125" cy="109325"/>
            </a:xfrm>
            <a:custGeom>
              <a:avLst/>
              <a:gdLst/>
              <a:ahLst/>
              <a:cxnLst/>
              <a:rect l="l" t="t" r="r" b="b"/>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5461575" y="5316900"/>
              <a:ext cx="89175" cy="159975"/>
            </a:xfrm>
            <a:custGeom>
              <a:avLst/>
              <a:gdLst/>
              <a:ahLst/>
              <a:cxnLst/>
              <a:rect l="l" t="t" r="r" b="b"/>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5619100" y="5194175"/>
              <a:ext cx="161850" cy="89775"/>
            </a:xfrm>
            <a:custGeom>
              <a:avLst/>
              <a:gdLst/>
              <a:ahLst/>
              <a:cxnLst/>
              <a:rect l="l" t="t" r="r" b="b"/>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5420075" y="5116000"/>
              <a:ext cx="189300" cy="189925"/>
            </a:xfrm>
            <a:custGeom>
              <a:avLst/>
              <a:gdLst/>
              <a:ahLst/>
              <a:cxnLst/>
              <a:rect l="l" t="t" r="r" b="b"/>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 name="Google Shape;87;p3"/>
          <p:cNvSpPr/>
          <p:nvPr/>
        </p:nvSpPr>
        <p:spPr>
          <a:xfrm>
            <a:off x="47199" y="4430470"/>
            <a:ext cx="505231" cy="459562"/>
          </a:xfrm>
          <a:custGeom>
            <a:avLst/>
            <a:gdLst/>
            <a:ahLst/>
            <a:cxnLst/>
            <a:rect l="l" t="t" r="r" b="b"/>
            <a:pathLst>
              <a:path w="16218" h="14752" extrusionOk="0">
                <a:moveTo>
                  <a:pt x="7694" y="0"/>
                </a:moveTo>
                <a:lnTo>
                  <a:pt x="7279" y="25"/>
                </a:lnTo>
                <a:lnTo>
                  <a:pt x="6863" y="74"/>
                </a:lnTo>
                <a:lnTo>
                  <a:pt x="6473" y="123"/>
                </a:lnTo>
                <a:lnTo>
                  <a:pt x="6082" y="196"/>
                </a:lnTo>
                <a:lnTo>
                  <a:pt x="5691" y="293"/>
                </a:lnTo>
                <a:lnTo>
                  <a:pt x="5325" y="416"/>
                </a:lnTo>
                <a:lnTo>
                  <a:pt x="4958" y="538"/>
                </a:lnTo>
                <a:lnTo>
                  <a:pt x="4592" y="660"/>
                </a:lnTo>
                <a:lnTo>
                  <a:pt x="4250" y="831"/>
                </a:lnTo>
                <a:lnTo>
                  <a:pt x="3908" y="977"/>
                </a:lnTo>
                <a:lnTo>
                  <a:pt x="3566" y="1173"/>
                </a:lnTo>
                <a:lnTo>
                  <a:pt x="3249" y="1368"/>
                </a:lnTo>
                <a:lnTo>
                  <a:pt x="2956" y="1563"/>
                </a:lnTo>
                <a:lnTo>
                  <a:pt x="2663" y="1783"/>
                </a:lnTo>
                <a:lnTo>
                  <a:pt x="2370" y="2003"/>
                </a:lnTo>
                <a:lnTo>
                  <a:pt x="2101" y="2247"/>
                </a:lnTo>
                <a:lnTo>
                  <a:pt x="1857" y="2492"/>
                </a:lnTo>
                <a:lnTo>
                  <a:pt x="1612" y="2760"/>
                </a:lnTo>
                <a:lnTo>
                  <a:pt x="1393" y="3029"/>
                </a:lnTo>
                <a:lnTo>
                  <a:pt x="1173" y="3298"/>
                </a:lnTo>
                <a:lnTo>
                  <a:pt x="977" y="3591"/>
                </a:lnTo>
                <a:lnTo>
                  <a:pt x="807" y="3884"/>
                </a:lnTo>
                <a:lnTo>
                  <a:pt x="636" y="4201"/>
                </a:lnTo>
                <a:lnTo>
                  <a:pt x="489" y="4519"/>
                </a:lnTo>
                <a:lnTo>
                  <a:pt x="367" y="4836"/>
                </a:lnTo>
                <a:lnTo>
                  <a:pt x="245" y="5154"/>
                </a:lnTo>
                <a:lnTo>
                  <a:pt x="172" y="5496"/>
                </a:lnTo>
                <a:lnTo>
                  <a:pt x="98" y="5838"/>
                </a:lnTo>
                <a:lnTo>
                  <a:pt x="49" y="6179"/>
                </a:lnTo>
                <a:lnTo>
                  <a:pt x="1" y="6521"/>
                </a:lnTo>
                <a:lnTo>
                  <a:pt x="1" y="6888"/>
                </a:lnTo>
                <a:lnTo>
                  <a:pt x="1" y="7254"/>
                </a:lnTo>
                <a:lnTo>
                  <a:pt x="49" y="7645"/>
                </a:lnTo>
                <a:lnTo>
                  <a:pt x="98" y="8011"/>
                </a:lnTo>
                <a:lnTo>
                  <a:pt x="196" y="8353"/>
                </a:lnTo>
                <a:lnTo>
                  <a:pt x="294" y="8719"/>
                </a:lnTo>
                <a:lnTo>
                  <a:pt x="416" y="9061"/>
                </a:lnTo>
                <a:lnTo>
                  <a:pt x="562" y="9403"/>
                </a:lnTo>
                <a:lnTo>
                  <a:pt x="733" y="9745"/>
                </a:lnTo>
                <a:lnTo>
                  <a:pt x="904" y="10063"/>
                </a:lnTo>
                <a:lnTo>
                  <a:pt x="1100" y="10356"/>
                </a:lnTo>
                <a:lnTo>
                  <a:pt x="1344" y="10673"/>
                </a:lnTo>
                <a:lnTo>
                  <a:pt x="1564" y="10966"/>
                </a:lnTo>
                <a:lnTo>
                  <a:pt x="1832" y="11235"/>
                </a:lnTo>
                <a:lnTo>
                  <a:pt x="2101" y="11504"/>
                </a:lnTo>
                <a:lnTo>
                  <a:pt x="2394" y="11772"/>
                </a:lnTo>
                <a:lnTo>
                  <a:pt x="2687" y="12017"/>
                </a:lnTo>
                <a:lnTo>
                  <a:pt x="2492" y="12383"/>
                </a:lnTo>
                <a:lnTo>
                  <a:pt x="2272" y="12749"/>
                </a:lnTo>
                <a:lnTo>
                  <a:pt x="2028" y="13140"/>
                </a:lnTo>
                <a:lnTo>
                  <a:pt x="1710" y="13506"/>
                </a:lnTo>
                <a:lnTo>
                  <a:pt x="1368" y="13873"/>
                </a:lnTo>
                <a:lnTo>
                  <a:pt x="1173" y="14044"/>
                </a:lnTo>
                <a:lnTo>
                  <a:pt x="953" y="14190"/>
                </a:lnTo>
                <a:lnTo>
                  <a:pt x="733" y="14337"/>
                </a:lnTo>
                <a:lnTo>
                  <a:pt x="513" y="14483"/>
                </a:lnTo>
                <a:lnTo>
                  <a:pt x="269" y="14581"/>
                </a:lnTo>
                <a:lnTo>
                  <a:pt x="1" y="14703"/>
                </a:lnTo>
                <a:lnTo>
                  <a:pt x="123" y="14703"/>
                </a:lnTo>
                <a:lnTo>
                  <a:pt x="489" y="14752"/>
                </a:lnTo>
                <a:lnTo>
                  <a:pt x="1368" y="14752"/>
                </a:lnTo>
                <a:lnTo>
                  <a:pt x="1710" y="14728"/>
                </a:lnTo>
                <a:lnTo>
                  <a:pt x="2101" y="14654"/>
                </a:lnTo>
                <a:lnTo>
                  <a:pt x="2492" y="14581"/>
                </a:lnTo>
                <a:lnTo>
                  <a:pt x="2907" y="14459"/>
                </a:lnTo>
                <a:lnTo>
                  <a:pt x="3322" y="14312"/>
                </a:lnTo>
                <a:lnTo>
                  <a:pt x="3762" y="14117"/>
                </a:lnTo>
                <a:lnTo>
                  <a:pt x="4177" y="13873"/>
                </a:lnTo>
                <a:lnTo>
                  <a:pt x="4592" y="13604"/>
                </a:lnTo>
                <a:lnTo>
                  <a:pt x="4983" y="13238"/>
                </a:lnTo>
                <a:lnTo>
                  <a:pt x="5349" y="13360"/>
                </a:lnTo>
                <a:lnTo>
                  <a:pt x="5716" y="13482"/>
                </a:lnTo>
                <a:lnTo>
                  <a:pt x="6106" y="13555"/>
                </a:lnTo>
                <a:lnTo>
                  <a:pt x="6497" y="13628"/>
                </a:lnTo>
                <a:lnTo>
                  <a:pt x="6888" y="13702"/>
                </a:lnTo>
                <a:lnTo>
                  <a:pt x="7279" y="13751"/>
                </a:lnTo>
                <a:lnTo>
                  <a:pt x="7694" y="13775"/>
                </a:lnTo>
                <a:lnTo>
                  <a:pt x="8524" y="13775"/>
                </a:lnTo>
                <a:lnTo>
                  <a:pt x="8939" y="13751"/>
                </a:lnTo>
                <a:lnTo>
                  <a:pt x="9355" y="13702"/>
                </a:lnTo>
                <a:lnTo>
                  <a:pt x="9745" y="13628"/>
                </a:lnTo>
                <a:lnTo>
                  <a:pt x="10136" y="13555"/>
                </a:lnTo>
                <a:lnTo>
                  <a:pt x="10527" y="13458"/>
                </a:lnTo>
                <a:lnTo>
                  <a:pt x="10893" y="13360"/>
                </a:lnTo>
                <a:lnTo>
                  <a:pt x="11260" y="13238"/>
                </a:lnTo>
                <a:lnTo>
                  <a:pt x="11626" y="13091"/>
                </a:lnTo>
                <a:lnTo>
                  <a:pt x="11968" y="12945"/>
                </a:lnTo>
                <a:lnTo>
                  <a:pt x="12310" y="12774"/>
                </a:lnTo>
                <a:lnTo>
                  <a:pt x="12652" y="12603"/>
                </a:lnTo>
                <a:lnTo>
                  <a:pt x="12969" y="12407"/>
                </a:lnTo>
                <a:lnTo>
                  <a:pt x="13262" y="12212"/>
                </a:lnTo>
                <a:lnTo>
                  <a:pt x="13555" y="11992"/>
                </a:lnTo>
                <a:lnTo>
                  <a:pt x="13848" y="11748"/>
                </a:lnTo>
                <a:lnTo>
                  <a:pt x="14117" y="11528"/>
                </a:lnTo>
                <a:lnTo>
                  <a:pt x="14361" y="11259"/>
                </a:lnTo>
                <a:lnTo>
                  <a:pt x="14606" y="11015"/>
                </a:lnTo>
                <a:lnTo>
                  <a:pt x="14825" y="10747"/>
                </a:lnTo>
                <a:lnTo>
                  <a:pt x="15045" y="10453"/>
                </a:lnTo>
                <a:lnTo>
                  <a:pt x="15241" y="10160"/>
                </a:lnTo>
                <a:lnTo>
                  <a:pt x="15412" y="9867"/>
                </a:lnTo>
                <a:lnTo>
                  <a:pt x="15582" y="9574"/>
                </a:lnTo>
                <a:lnTo>
                  <a:pt x="15729" y="9257"/>
                </a:lnTo>
                <a:lnTo>
                  <a:pt x="15851" y="8939"/>
                </a:lnTo>
                <a:lnTo>
                  <a:pt x="15973" y="8597"/>
                </a:lnTo>
                <a:lnTo>
                  <a:pt x="16047" y="8280"/>
                </a:lnTo>
                <a:lnTo>
                  <a:pt x="16120" y="7938"/>
                </a:lnTo>
                <a:lnTo>
                  <a:pt x="16169" y="7596"/>
                </a:lnTo>
                <a:lnTo>
                  <a:pt x="16217" y="7230"/>
                </a:lnTo>
                <a:lnTo>
                  <a:pt x="16217" y="6888"/>
                </a:lnTo>
                <a:lnTo>
                  <a:pt x="16217" y="6521"/>
                </a:lnTo>
                <a:lnTo>
                  <a:pt x="16169" y="6179"/>
                </a:lnTo>
                <a:lnTo>
                  <a:pt x="16120" y="5838"/>
                </a:lnTo>
                <a:lnTo>
                  <a:pt x="16047" y="5496"/>
                </a:lnTo>
                <a:lnTo>
                  <a:pt x="15973" y="5154"/>
                </a:lnTo>
                <a:lnTo>
                  <a:pt x="15851" y="4836"/>
                </a:lnTo>
                <a:lnTo>
                  <a:pt x="15729" y="4519"/>
                </a:lnTo>
                <a:lnTo>
                  <a:pt x="15582" y="4201"/>
                </a:lnTo>
                <a:lnTo>
                  <a:pt x="15412" y="3884"/>
                </a:lnTo>
                <a:lnTo>
                  <a:pt x="15241" y="3591"/>
                </a:lnTo>
                <a:lnTo>
                  <a:pt x="15045" y="3298"/>
                </a:lnTo>
                <a:lnTo>
                  <a:pt x="14825" y="3029"/>
                </a:lnTo>
                <a:lnTo>
                  <a:pt x="14606" y="2760"/>
                </a:lnTo>
                <a:lnTo>
                  <a:pt x="14361" y="2492"/>
                </a:lnTo>
                <a:lnTo>
                  <a:pt x="14117" y="2247"/>
                </a:lnTo>
                <a:lnTo>
                  <a:pt x="13848" y="2003"/>
                </a:lnTo>
                <a:lnTo>
                  <a:pt x="13555" y="1783"/>
                </a:lnTo>
                <a:lnTo>
                  <a:pt x="13262" y="1563"/>
                </a:lnTo>
                <a:lnTo>
                  <a:pt x="12969" y="1368"/>
                </a:lnTo>
                <a:lnTo>
                  <a:pt x="12652" y="1173"/>
                </a:lnTo>
                <a:lnTo>
                  <a:pt x="12310" y="977"/>
                </a:lnTo>
                <a:lnTo>
                  <a:pt x="11968" y="831"/>
                </a:lnTo>
                <a:lnTo>
                  <a:pt x="11626" y="660"/>
                </a:lnTo>
                <a:lnTo>
                  <a:pt x="11260" y="538"/>
                </a:lnTo>
                <a:lnTo>
                  <a:pt x="10893" y="416"/>
                </a:lnTo>
                <a:lnTo>
                  <a:pt x="10527" y="293"/>
                </a:lnTo>
                <a:lnTo>
                  <a:pt x="10136" y="196"/>
                </a:lnTo>
                <a:lnTo>
                  <a:pt x="9745" y="123"/>
                </a:lnTo>
                <a:lnTo>
                  <a:pt x="9355" y="74"/>
                </a:lnTo>
                <a:lnTo>
                  <a:pt x="8939" y="25"/>
                </a:lnTo>
                <a:lnTo>
                  <a:pt x="8524" y="0"/>
                </a:lnTo>
                <a:close/>
              </a:path>
            </a:pathLst>
          </a:custGeom>
          <a:solidFill>
            <a:srgbClr val="3292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21"/>
        <p:cNvGrpSpPr/>
        <p:nvPr/>
      </p:nvGrpSpPr>
      <p:grpSpPr>
        <a:xfrm>
          <a:off x="0" y="0"/>
          <a:ext cx="0" cy="0"/>
          <a:chOff x="0" y="0"/>
          <a:chExt cx="0" cy="0"/>
        </a:xfrm>
      </p:grpSpPr>
      <p:sp>
        <p:nvSpPr>
          <p:cNvPr id="322" name="Google Shape;322;p10"/>
          <p:cNvSpPr/>
          <p:nvPr/>
        </p:nvSpPr>
        <p:spPr>
          <a:xfrm rot="10800000" flipH="1">
            <a:off x="8218352" y="4121459"/>
            <a:ext cx="685200" cy="593400"/>
          </a:xfrm>
          <a:custGeom>
            <a:avLst/>
            <a:gdLst/>
            <a:ahLst/>
            <a:cxnLst/>
            <a:rect l="l" t="t" r="r" b="b"/>
            <a:pathLst>
              <a:path w="120000" h="120000" extrusionOk="0">
                <a:moveTo>
                  <a:pt x="30000" y="0"/>
                </a:moveTo>
                <a:lnTo>
                  <a:pt x="0" y="59994"/>
                </a:lnTo>
                <a:lnTo>
                  <a:pt x="30000" y="120000"/>
                </a:lnTo>
                <a:lnTo>
                  <a:pt x="90000" y="120000"/>
                </a:lnTo>
                <a:lnTo>
                  <a:pt x="120000" y="59994"/>
                </a:lnTo>
                <a:lnTo>
                  <a:pt x="90000" y="0"/>
                </a:lnTo>
                <a:lnTo>
                  <a:pt x="30000" y="0"/>
                </a:lnTo>
                <a:close/>
                <a:moveTo>
                  <a:pt x="38477" y="16950"/>
                </a:moveTo>
                <a:lnTo>
                  <a:pt x="81522" y="16950"/>
                </a:lnTo>
                <a:lnTo>
                  <a:pt x="103033" y="59994"/>
                </a:lnTo>
                <a:lnTo>
                  <a:pt x="81522" y="103038"/>
                </a:lnTo>
                <a:lnTo>
                  <a:pt x="38477" y="103038"/>
                </a:lnTo>
                <a:lnTo>
                  <a:pt x="16955" y="59994"/>
                </a:lnTo>
                <a:lnTo>
                  <a:pt x="38477" y="16950"/>
                </a:lnTo>
                <a:close/>
              </a:path>
            </a:pathLst>
          </a:custGeom>
          <a:gradFill>
            <a:gsLst>
              <a:gs pos="0">
                <a:srgbClr val="3393E2"/>
              </a:gs>
              <a:gs pos="100000">
                <a:srgbClr val="00E2C7"/>
              </a:gs>
            </a:gsLst>
            <a:lin ang="6983783" scaled="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23" name="Google Shape;323;p10"/>
          <p:cNvSpPr/>
          <p:nvPr/>
        </p:nvSpPr>
        <p:spPr>
          <a:xfrm rot="5400000">
            <a:off x="388487" y="105212"/>
            <a:ext cx="944100" cy="1090200"/>
          </a:xfrm>
          <a:custGeom>
            <a:avLst/>
            <a:gdLst/>
            <a:ahLst/>
            <a:cxnLst/>
            <a:rect l="l" t="t" r="r" b="b"/>
            <a:pathLst>
              <a:path w="120000" h="120000" extrusionOk="0">
                <a:moveTo>
                  <a:pt x="60000" y="0"/>
                </a:moveTo>
                <a:lnTo>
                  <a:pt x="120000" y="30000"/>
                </a:lnTo>
                <a:lnTo>
                  <a:pt x="120000" y="90000"/>
                </a:lnTo>
                <a:lnTo>
                  <a:pt x="60000" y="120000"/>
                </a:lnTo>
                <a:lnTo>
                  <a:pt x="0" y="90000"/>
                </a:lnTo>
                <a:lnTo>
                  <a:pt x="0" y="30000"/>
                </a:lnTo>
                <a:close/>
              </a:path>
            </a:pathLst>
          </a:custGeom>
          <a:gradFill>
            <a:gsLst>
              <a:gs pos="0">
                <a:srgbClr val="3393E2"/>
              </a:gs>
              <a:gs pos="100000">
                <a:srgbClr val="00E2C7"/>
              </a:gs>
            </a:gsLst>
            <a:path path="circle">
              <a:fillToRect l="100000" b="100000"/>
            </a:path>
            <a:tileRect t="-100000" r="-10000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324" name="Google Shape;324;p10"/>
          <p:cNvSpPr/>
          <p:nvPr/>
        </p:nvSpPr>
        <p:spPr>
          <a:xfrm rot="10800000" flipH="1">
            <a:off x="-123825" y="847791"/>
            <a:ext cx="674400" cy="584400"/>
          </a:xfrm>
          <a:prstGeom prst="hexagon">
            <a:avLst>
              <a:gd name="adj" fmla="val 28678"/>
              <a:gd name="vf" fmla="val 115470"/>
            </a:avLst>
          </a:prstGeom>
          <a:noFill/>
          <a:ln w="9525" cap="flat" cmpd="sng">
            <a:solidFill>
              <a:srgbClr val="19BBD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0"/>
          <p:cNvSpPr/>
          <p:nvPr/>
        </p:nvSpPr>
        <p:spPr>
          <a:xfrm rot="10800000" flipH="1">
            <a:off x="503116" y="1161450"/>
            <a:ext cx="352800" cy="305400"/>
          </a:xfrm>
          <a:prstGeom prst="hexagon">
            <a:avLst>
              <a:gd name="adj" fmla="val 28678"/>
              <a:gd name="vf" fmla="val 115470"/>
            </a:avLst>
          </a:pr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0"/>
          <p:cNvSpPr/>
          <p:nvPr/>
        </p:nvSpPr>
        <p:spPr>
          <a:xfrm rot="10800000" flipH="1">
            <a:off x="1208424" y="-131812"/>
            <a:ext cx="674400" cy="584400"/>
          </a:xfrm>
          <a:prstGeom prst="hexagon">
            <a:avLst>
              <a:gd name="adj" fmla="val 28678"/>
              <a:gd name="vf" fmla="val 115470"/>
            </a:avLst>
          </a:prstGeom>
          <a:noFill/>
          <a:ln w="76200" cap="flat" cmpd="sng">
            <a:solidFill>
              <a:srgbClr val="184769"/>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0"/>
          <p:cNvSpPr/>
          <p:nvPr/>
        </p:nvSpPr>
        <p:spPr>
          <a:xfrm rot="10800000" flipH="1">
            <a:off x="247753" y="49693"/>
            <a:ext cx="295200" cy="255600"/>
          </a:xfrm>
          <a:prstGeom prst="hexagon">
            <a:avLst>
              <a:gd name="adj" fmla="val 28678"/>
              <a:gd name="vf" fmla="val 115470"/>
            </a:avLst>
          </a:prstGeom>
          <a:solidFill>
            <a:srgbClr val="00E1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0"/>
          <p:cNvSpPr/>
          <p:nvPr/>
        </p:nvSpPr>
        <p:spPr>
          <a:xfrm rot="10800000" flipH="1">
            <a:off x="8763568" y="4485979"/>
            <a:ext cx="543000" cy="470400"/>
          </a:xfrm>
          <a:prstGeom prst="hexagon">
            <a:avLst>
              <a:gd name="adj" fmla="val 28678"/>
              <a:gd name="vf" fmla="val 115470"/>
            </a:avLst>
          </a:prstGeom>
          <a:noFill/>
          <a:ln w="9525" cap="flat" cmpd="sng">
            <a:solidFill>
              <a:srgbClr val="18476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0"/>
          <p:cNvSpPr/>
          <p:nvPr/>
        </p:nvSpPr>
        <p:spPr>
          <a:xfrm rot="10800000" flipH="1">
            <a:off x="8523810" y="4741100"/>
            <a:ext cx="284100" cy="245700"/>
          </a:xfrm>
          <a:prstGeom prst="hexagon">
            <a:avLst>
              <a:gd name="adj" fmla="val 28678"/>
              <a:gd name="vf" fmla="val 115470"/>
            </a:avLst>
          </a:prstGeom>
          <a:solidFill>
            <a:srgbClr val="3292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0"/>
          <p:cNvSpPr/>
          <p:nvPr/>
        </p:nvSpPr>
        <p:spPr>
          <a:xfrm rot="10800000" flipH="1">
            <a:off x="8322785" y="3628023"/>
            <a:ext cx="543000" cy="470100"/>
          </a:xfrm>
          <a:prstGeom prst="hexagon">
            <a:avLst>
              <a:gd name="adj" fmla="val 28678"/>
              <a:gd name="vf" fmla="val 115470"/>
            </a:avLst>
          </a:prstGeom>
          <a:solidFill>
            <a:srgbClr val="1847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0"/>
          <p:cNvSpPr/>
          <p:nvPr/>
        </p:nvSpPr>
        <p:spPr>
          <a:xfrm rot="10800000" flipH="1">
            <a:off x="8763569" y="4009882"/>
            <a:ext cx="237600" cy="205800"/>
          </a:xfrm>
          <a:prstGeom prst="hexagon">
            <a:avLst>
              <a:gd name="adj" fmla="val 28678"/>
              <a:gd name="vf" fmla="val 115470"/>
            </a:avLst>
          </a:prstGeom>
          <a:noFill/>
          <a:ln w="19050" cap="flat" cmpd="sng">
            <a:solidFill>
              <a:srgbClr val="00E1C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0"/>
          <p:cNvSpPr txBox="1">
            <a:spLocks noGrp="1"/>
          </p:cNvSpPr>
          <p:nvPr>
            <p:ph type="sldNum" idx="12"/>
          </p:nvPr>
        </p:nvSpPr>
        <p:spPr>
          <a:xfrm>
            <a:off x="13557" y="4785525"/>
            <a:ext cx="548700" cy="3579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rgbClr val="0E293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732700" y="1735600"/>
            <a:ext cx="4944300" cy="6453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1pPr>
            <a:lvl2pPr lvl="1">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2pPr>
            <a:lvl3pPr lvl="2">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3pPr>
            <a:lvl4pPr lvl="3">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4pPr>
            <a:lvl5pPr lvl="4">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5pPr>
            <a:lvl6pPr lvl="5">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6pPr>
            <a:lvl7pPr lvl="6">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7pPr>
            <a:lvl8pPr lvl="7">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8pPr>
            <a:lvl9pPr lvl="8">
              <a:spcBef>
                <a:spcPts val="0"/>
              </a:spcBef>
              <a:spcAft>
                <a:spcPts val="0"/>
              </a:spcAft>
              <a:buClr>
                <a:srgbClr val="19BBD5"/>
              </a:buClr>
              <a:buSzPts val="4000"/>
              <a:buFont typeface="Nixie One"/>
              <a:buNone/>
              <a:defRPr sz="4000">
                <a:solidFill>
                  <a:srgbClr val="19BBD5"/>
                </a:solidFill>
                <a:latin typeface="Nixie One"/>
                <a:ea typeface="Nixie One"/>
                <a:cs typeface="Nixie One"/>
                <a:sym typeface="Nixie One"/>
              </a:defRPr>
            </a:lvl9pPr>
          </a:lstStyle>
          <a:p>
            <a:endParaRPr/>
          </a:p>
        </p:txBody>
      </p:sp>
      <p:sp>
        <p:nvSpPr>
          <p:cNvPr id="7" name="Google Shape;7;p1"/>
          <p:cNvSpPr txBox="1">
            <a:spLocks noGrp="1"/>
          </p:cNvSpPr>
          <p:nvPr>
            <p:ph type="body" idx="1"/>
          </p:nvPr>
        </p:nvSpPr>
        <p:spPr>
          <a:xfrm>
            <a:off x="1732700" y="2255125"/>
            <a:ext cx="4944300" cy="1659900"/>
          </a:xfrm>
          <a:prstGeom prst="rect">
            <a:avLst/>
          </a:prstGeom>
          <a:noFill/>
          <a:ln>
            <a:noFill/>
          </a:ln>
        </p:spPr>
        <p:txBody>
          <a:bodyPr spcFirstLastPara="1" wrap="square" lIns="91425" tIns="91425" rIns="91425" bIns="91425" anchor="t" anchorCtr="0">
            <a:noAutofit/>
          </a:bodyPr>
          <a:lstStyle>
            <a:lvl1pPr marL="457200" lvl="0" indent="-317500">
              <a:spcBef>
                <a:spcPts val="600"/>
              </a:spcBef>
              <a:spcAft>
                <a:spcPts val="0"/>
              </a:spcAft>
              <a:buClr>
                <a:srgbClr val="19BBD5"/>
              </a:buClr>
              <a:buSzPts val="1400"/>
              <a:buFont typeface="Muli"/>
              <a:buChar char="◇"/>
              <a:defRPr>
                <a:solidFill>
                  <a:srgbClr val="C6DAEC"/>
                </a:solidFill>
                <a:latin typeface="Muli"/>
                <a:ea typeface="Muli"/>
                <a:cs typeface="Muli"/>
                <a:sym typeface="Muli"/>
              </a:defRPr>
            </a:lvl1pPr>
            <a:lvl2pPr marL="914400" lvl="1" indent="-317500">
              <a:spcBef>
                <a:spcPts val="0"/>
              </a:spcBef>
              <a:spcAft>
                <a:spcPts val="0"/>
              </a:spcAft>
              <a:buClr>
                <a:srgbClr val="19BBD5"/>
              </a:buClr>
              <a:buSzPts val="1400"/>
              <a:buFont typeface="Muli"/>
              <a:buChar char="￭"/>
              <a:defRPr>
                <a:solidFill>
                  <a:srgbClr val="C6DAEC"/>
                </a:solidFill>
                <a:latin typeface="Muli"/>
                <a:ea typeface="Muli"/>
                <a:cs typeface="Muli"/>
                <a:sym typeface="Muli"/>
              </a:defRPr>
            </a:lvl2pPr>
            <a:lvl3pPr marL="1371600" lvl="2" indent="-317500">
              <a:spcBef>
                <a:spcPts val="0"/>
              </a:spcBef>
              <a:spcAft>
                <a:spcPts val="0"/>
              </a:spcAft>
              <a:buClr>
                <a:srgbClr val="19BBD5"/>
              </a:buClr>
              <a:buSzPts val="1400"/>
              <a:buFont typeface="Muli"/>
              <a:buChar char="￮"/>
              <a:defRPr>
                <a:solidFill>
                  <a:srgbClr val="C6DAEC"/>
                </a:solidFill>
                <a:latin typeface="Muli"/>
                <a:ea typeface="Muli"/>
                <a:cs typeface="Muli"/>
                <a:sym typeface="Muli"/>
              </a:defRPr>
            </a:lvl3pPr>
            <a:lvl4pPr marL="1828800" lvl="3" indent="-317500">
              <a:spcBef>
                <a:spcPts val="0"/>
              </a:spcBef>
              <a:spcAft>
                <a:spcPts val="0"/>
              </a:spcAft>
              <a:buClr>
                <a:srgbClr val="19BBD5"/>
              </a:buClr>
              <a:buSzPts val="1400"/>
              <a:buFont typeface="Muli"/>
              <a:buChar char="●"/>
              <a:defRPr>
                <a:solidFill>
                  <a:srgbClr val="C6DAEC"/>
                </a:solidFill>
                <a:latin typeface="Muli"/>
                <a:ea typeface="Muli"/>
                <a:cs typeface="Muli"/>
                <a:sym typeface="Muli"/>
              </a:defRPr>
            </a:lvl4pPr>
            <a:lvl5pPr marL="2286000" lvl="4" indent="-317500">
              <a:spcBef>
                <a:spcPts val="0"/>
              </a:spcBef>
              <a:spcAft>
                <a:spcPts val="0"/>
              </a:spcAft>
              <a:buClr>
                <a:srgbClr val="19BBD5"/>
              </a:buClr>
              <a:buSzPts val="1400"/>
              <a:buFont typeface="Muli"/>
              <a:buChar char="○"/>
              <a:defRPr>
                <a:solidFill>
                  <a:srgbClr val="C6DAEC"/>
                </a:solidFill>
                <a:latin typeface="Muli"/>
                <a:ea typeface="Muli"/>
                <a:cs typeface="Muli"/>
                <a:sym typeface="Muli"/>
              </a:defRPr>
            </a:lvl5pPr>
            <a:lvl6pPr marL="2743200" lvl="5" indent="-317500">
              <a:spcBef>
                <a:spcPts val="0"/>
              </a:spcBef>
              <a:spcAft>
                <a:spcPts val="0"/>
              </a:spcAft>
              <a:buClr>
                <a:srgbClr val="C6DAEC"/>
              </a:buClr>
              <a:buSzPts val="1400"/>
              <a:buFont typeface="Muli"/>
              <a:buChar char="■"/>
              <a:defRPr>
                <a:solidFill>
                  <a:srgbClr val="C6DAEC"/>
                </a:solidFill>
                <a:latin typeface="Muli"/>
                <a:ea typeface="Muli"/>
                <a:cs typeface="Muli"/>
                <a:sym typeface="Muli"/>
              </a:defRPr>
            </a:lvl6pPr>
            <a:lvl7pPr marL="3200400" lvl="6" indent="-317500">
              <a:spcBef>
                <a:spcPts val="0"/>
              </a:spcBef>
              <a:spcAft>
                <a:spcPts val="0"/>
              </a:spcAft>
              <a:buClr>
                <a:srgbClr val="C6DAEC"/>
              </a:buClr>
              <a:buSzPts val="1400"/>
              <a:buFont typeface="Muli"/>
              <a:buChar char="●"/>
              <a:defRPr>
                <a:solidFill>
                  <a:srgbClr val="C6DAEC"/>
                </a:solidFill>
                <a:latin typeface="Muli"/>
                <a:ea typeface="Muli"/>
                <a:cs typeface="Muli"/>
                <a:sym typeface="Muli"/>
              </a:defRPr>
            </a:lvl7pPr>
            <a:lvl8pPr marL="3657600" lvl="7" indent="-317500">
              <a:spcBef>
                <a:spcPts val="0"/>
              </a:spcBef>
              <a:spcAft>
                <a:spcPts val="0"/>
              </a:spcAft>
              <a:buClr>
                <a:srgbClr val="C6DAEC"/>
              </a:buClr>
              <a:buSzPts val="1400"/>
              <a:buFont typeface="Muli"/>
              <a:buChar char="○"/>
              <a:defRPr>
                <a:solidFill>
                  <a:srgbClr val="C6DAEC"/>
                </a:solidFill>
                <a:latin typeface="Muli"/>
                <a:ea typeface="Muli"/>
                <a:cs typeface="Muli"/>
                <a:sym typeface="Muli"/>
              </a:defRPr>
            </a:lvl8pPr>
            <a:lvl9pPr marL="4114800" lvl="8" indent="-317500">
              <a:spcBef>
                <a:spcPts val="0"/>
              </a:spcBef>
              <a:spcAft>
                <a:spcPts val="0"/>
              </a:spcAft>
              <a:buClr>
                <a:srgbClr val="C6DAEC"/>
              </a:buClr>
              <a:buSzPts val="1400"/>
              <a:buFont typeface="Muli"/>
              <a:buChar char="■"/>
              <a:defRPr>
                <a:solidFill>
                  <a:srgbClr val="C6DAEC"/>
                </a:solidFill>
                <a:latin typeface="Muli"/>
                <a:ea typeface="Muli"/>
                <a:cs typeface="Muli"/>
                <a:sym typeface="Muli"/>
              </a:defRPr>
            </a:lvl9pPr>
          </a:lstStyle>
          <a:p>
            <a:endParaRPr/>
          </a:p>
        </p:txBody>
      </p:sp>
      <p:sp>
        <p:nvSpPr>
          <p:cNvPr id="8" name="Google Shape;8;p1"/>
          <p:cNvSpPr txBox="1">
            <a:spLocks noGrp="1"/>
          </p:cNvSpPr>
          <p:nvPr>
            <p:ph type="sldNum" idx="12"/>
          </p:nvPr>
        </p:nvSpPr>
        <p:spPr>
          <a:xfrm>
            <a:off x="13557" y="4785525"/>
            <a:ext cx="548700" cy="357900"/>
          </a:xfrm>
          <a:prstGeom prst="rect">
            <a:avLst/>
          </a:prstGeom>
          <a:noFill/>
          <a:ln>
            <a:noFill/>
          </a:ln>
        </p:spPr>
        <p:txBody>
          <a:bodyPr spcFirstLastPara="1" wrap="square" lIns="91425" tIns="91425" rIns="91425" bIns="91425" anchor="t" anchorCtr="0">
            <a:noAutofit/>
          </a:bodyPr>
          <a:lstStyle>
            <a:lvl1pPr lvl="0">
              <a:buNone/>
              <a:defRPr sz="1200">
                <a:solidFill>
                  <a:srgbClr val="19BBD5"/>
                </a:solidFill>
                <a:latin typeface="Nixie One"/>
                <a:ea typeface="Nixie One"/>
                <a:cs typeface="Nixie One"/>
                <a:sym typeface="Nixie One"/>
              </a:defRPr>
            </a:lvl1pPr>
            <a:lvl2pPr lvl="1">
              <a:buNone/>
              <a:defRPr sz="1200">
                <a:solidFill>
                  <a:srgbClr val="19BBD5"/>
                </a:solidFill>
                <a:latin typeface="Nixie One"/>
                <a:ea typeface="Nixie One"/>
                <a:cs typeface="Nixie One"/>
                <a:sym typeface="Nixie One"/>
              </a:defRPr>
            </a:lvl2pPr>
            <a:lvl3pPr lvl="2">
              <a:buNone/>
              <a:defRPr sz="1200">
                <a:solidFill>
                  <a:srgbClr val="19BBD5"/>
                </a:solidFill>
                <a:latin typeface="Nixie One"/>
                <a:ea typeface="Nixie One"/>
                <a:cs typeface="Nixie One"/>
                <a:sym typeface="Nixie One"/>
              </a:defRPr>
            </a:lvl3pPr>
            <a:lvl4pPr lvl="3">
              <a:buNone/>
              <a:defRPr sz="1200">
                <a:solidFill>
                  <a:srgbClr val="19BBD5"/>
                </a:solidFill>
                <a:latin typeface="Nixie One"/>
                <a:ea typeface="Nixie One"/>
                <a:cs typeface="Nixie One"/>
                <a:sym typeface="Nixie One"/>
              </a:defRPr>
            </a:lvl4pPr>
            <a:lvl5pPr lvl="4">
              <a:buNone/>
              <a:defRPr sz="1200">
                <a:solidFill>
                  <a:srgbClr val="19BBD5"/>
                </a:solidFill>
                <a:latin typeface="Nixie One"/>
                <a:ea typeface="Nixie One"/>
                <a:cs typeface="Nixie One"/>
                <a:sym typeface="Nixie One"/>
              </a:defRPr>
            </a:lvl5pPr>
            <a:lvl6pPr lvl="5">
              <a:buNone/>
              <a:defRPr sz="1200">
                <a:solidFill>
                  <a:srgbClr val="19BBD5"/>
                </a:solidFill>
                <a:latin typeface="Nixie One"/>
                <a:ea typeface="Nixie One"/>
                <a:cs typeface="Nixie One"/>
                <a:sym typeface="Nixie One"/>
              </a:defRPr>
            </a:lvl6pPr>
            <a:lvl7pPr lvl="6">
              <a:buNone/>
              <a:defRPr sz="1200">
                <a:solidFill>
                  <a:srgbClr val="19BBD5"/>
                </a:solidFill>
                <a:latin typeface="Nixie One"/>
                <a:ea typeface="Nixie One"/>
                <a:cs typeface="Nixie One"/>
                <a:sym typeface="Nixie One"/>
              </a:defRPr>
            </a:lvl7pPr>
            <a:lvl8pPr lvl="7">
              <a:buNone/>
              <a:defRPr sz="1200">
                <a:solidFill>
                  <a:srgbClr val="19BBD5"/>
                </a:solidFill>
                <a:latin typeface="Nixie One"/>
                <a:ea typeface="Nixie One"/>
                <a:cs typeface="Nixie One"/>
                <a:sym typeface="Nixie One"/>
              </a:defRPr>
            </a:lvl8pPr>
            <a:lvl9pPr lvl="8">
              <a:buNone/>
              <a:defRPr sz="1200">
                <a:solidFill>
                  <a:srgbClr val="19BBD5"/>
                </a:solidFill>
                <a:latin typeface="Nixie One"/>
                <a:ea typeface="Nixie One"/>
                <a:cs typeface="Nixie One"/>
                <a:sym typeface="Nixie One"/>
              </a:defRPr>
            </a:lvl9pPr>
          </a:lstStyle>
          <a:p>
            <a:pPr marL="0" lvl="0" indent="0" algn="l"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6" r:id="rId3"/>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11"/>
          <p:cNvSpPr txBox="1">
            <a:spLocks noGrp="1"/>
          </p:cNvSpPr>
          <p:nvPr>
            <p:ph type="ctrTitle"/>
          </p:nvPr>
        </p:nvSpPr>
        <p:spPr>
          <a:xfrm>
            <a:off x="1524000" y="2343150"/>
            <a:ext cx="6343500" cy="141812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200" b="1" dirty="0"/>
              <a:t>JS Design Pattern Day2</a:t>
            </a:r>
            <a:br>
              <a:rPr lang="en" sz="3200" b="1" dirty="0"/>
            </a:br>
            <a:br>
              <a:rPr lang="en" sz="3200" dirty="0"/>
            </a:br>
            <a:r>
              <a:rPr lang="en" sz="3200" dirty="0"/>
              <a:t>Presented By :Asmaa Ahmed</a:t>
            </a:r>
            <a:br>
              <a:rPr lang="en" sz="3200" dirty="0"/>
            </a:br>
            <a:br>
              <a:rPr lang="en" sz="3200" dirty="0"/>
            </a:br>
            <a:endParaRPr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13"/>
          <p:cNvSpPr txBox="1">
            <a:spLocks noGrp="1"/>
          </p:cNvSpPr>
          <p:nvPr>
            <p:ph type="ctrTitle" idx="4294967295"/>
          </p:nvPr>
        </p:nvSpPr>
        <p:spPr>
          <a:xfrm>
            <a:off x="1676400" y="133350"/>
            <a:ext cx="6705600" cy="1219200"/>
          </a:xfrm>
          <a:prstGeom prst="rect">
            <a:avLst/>
          </a:prstGeom>
        </p:spPr>
        <p:txBody>
          <a:bodyPr spcFirstLastPara="1" wrap="square" lIns="91425" tIns="91425" rIns="91425" bIns="91425" anchor="b" anchorCtr="0">
            <a:noAutofit/>
          </a:bodyPr>
          <a:lstStyle/>
          <a:p>
            <a:r>
              <a:rPr lang="en-US" sz="2800" b="1" dirty="0"/>
              <a:t>Design Patterns Types</a:t>
            </a:r>
          </a:p>
        </p:txBody>
      </p:sp>
      <p:sp>
        <p:nvSpPr>
          <p:cNvPr id="354" name="Google Shape;354;p13"/>
          <p:cNvSpPr txBox="1">
            <a:spLocks noGrp="1"/>
          </p:cNvSpPr>
          <p:nvPr>
            <p:ph type="sldNum" idx="12"/>
          </p:nvPr>
        </p:nvSpPr>
        <p:spPr>
          <a:xfrm>
            <a:off x="13557" y="4785525"/>
            <a:ext cx="548700" cy="35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2</a:t>
            </a:fld>
            <a:endParaRPr/>
          </a:p>
        </p:txBody>
      </p:sp>
      <p:sp>
        <p:nvSpPr>
          <p:cNvPr id="2" name="AutoShape 2" descr="Types of Design Pattern - Scaler Topics">
            <a:extLst>
              <a:ext uri="{FF2B5EF4-FFF2-40B4-BE49-F238E27FC236}">
                <a16:creationId xmlns:a16="http://schemas.microsoft.com/office/drawing/2014/main" id="{064B4161-587B-FC82-04E8-B2A78BFE664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2" descr="Types of Design Pattern - Scaler Topics">
            <a:extLst>
              <a:ext uri="{FF2B5EF4-FFF2-40B4-BE49-F238E27FC236}">
                <a16:creationId xmlns:a16="http://schemas.microsoft.com/office/drawing/2014/main" id="{DBB49A13-7CAD-8B8A-6344-FFE6F82333BA}"/>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76" name="Picture 4" descr="Using Design Patterns in JavaScript —The Ultimate Guide | Syncfusion Blogs">
            <a:extLst>
              <a:ext uri="{FF2B5EF4-FFF2-40B4-BE49-F238E27FC236}">
                <a16:creationId xmlns:a16="http://schemas.microsoft.com/office/drawing/2014/main" id="{6BE6F817-E72C-310C-E1C4-C21D1792BB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649035"/>
            <a:ext cx="4419600" cy="3136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47930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4"/>
          <p:cNvSpPr txBox="1">
            <a:spLocks noGrp="1"/>
          </p:cNvSpPr>
          <p:nvPr>
            <p:ph type="ctrTitle"/>
          </p:nvPr>
        </p:nvSpPr>
        <p:spPr>
          <a:xfrm>
            <a:off x="2743200" y="1735750"/>
            <a:ext cx="5638800" cy="1159800"/>
          </a:xfrm>
          <a:prstGeom prst="rect">
            <a:avLst/>
          </a:prstGeom>
        </p:spPr>
        <p:txBody>
          <a:bodyPr spcFirstLastPara="1" wrap="square" lIns="91425" tIns="91425" rIns="91425" bIns="91425" anchor="b" anchorCtr="0">
            <a:noAutofit/>
          </a:bodyPr>
          <a:lstStyle/>
          <a:p>
            <a:r>
              <a:rPr lang="en-US" b="1" dirty="0"/>
              <a:t>Strategy Pattern</a:t>
            </a:r>
          </a:p>
        </p:txBody>
      </p:sp>
      <p:sp>
        <p:nvSpPr>
          <p:cNvPr id="360" name="Google Shape;360;p14"/>
          <p:cNvSpPr txBox="1">
            <a:spLocks noGrp="1"/>
          </p:cNvSpPr>
          <p:nvPr>
            <p:ph type="subTitle" idx="1"/>
          </p:nvPr>
        </p:nvSpPr>
        <p:spPr>
          <a:xfrm>
            <a:off x="2743200" y="2821004"/>
            <a:ext cx="5696100" cy="2189146"/>
          </a:xfrm>
          <a:prstGeom prst="rect">
            <a:avLst/>
          </a:prstGeom>
        </p:spPr>
        <p:txBody>
          <a:bodyPr spcFirstLastPara="1" wrap="square" lIns="91425" tIns="91425" rIns="91425" bIns="91425" anchor="t" anchorCtr="0">
            <a:noAutofit/>
          </a:bodyPr>
          <a:lstStyle/>
          <a:p>
            <a:pPr marL="0" lvl="0" indent="0"/>
            <a:r>
              <a:rPr lang="en-US" sz="2000" b="0" i="0" dirty="0">
                <a:solidFill>
                  <a:schemeClr val="tx1"/>
                </a:solidFill>
                <a:effectLst/>
                <a:latin typeface="Google Sans"/>
              </a:rPr>
              <a:t>The Strategy Design Pattern is a behavioral design pattern. It allows you to dynamically change the behavior of an object by encapsulating it into different strategies. This pattern enables an object to choose from multiple algorithms and behaviors at runtime, rather than statically choosing a single one.</a:t>
            </a:r>
            <a:endParaRPr sz="1600" dirty="0">
              <a:solidFill>
                <a:schemeClr val="tx1"/>
              </a:solidFill>
            </a:endParaRPr>
          </a:p>
        </p:txBody>
      </p:sp>
      <p:sp>
        <p:nvSpPr>
          <p:cNvPr id="361" name="Google Shape;361;p14"/>
          <p:cNvSpPr txBox="1"/>
          <p:nvPr/>
        </p:nvSpPr>
        <p:spPr>
          <a:xfrm>
            <a:off x="409575" y="1676400"/>
            <a:ext cx="2067000" cy="177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800" b="1" dirty="0">
                <a:solidFill>
                  <a:srgbClr val="FFFFFF"/>
                </a:solidFill>
                <a:latin typeface="Nixie One"/>
                <a:ea typeface="Nixie One"/>
                <a:cs typeface="Nixie One"/>
                <a:sym typeface="Nixie One"/>
              </a:rPr>
              <a:t>1</a:t>
            </a:r>
            <a:endParaRPr b="1" dirty="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4"/>
          <p:cNvSpPr txBox="1">
            <a:spLocks noGrp="1"/>
          </p:cNvSpPr>
          <p:nvPr>
            <p:ph type="ctrTitle"/>
          </p:nvPr>
        </p:nvSpPr>
        <p:spPr>
          <a:xfrm>
            <a:off x="2743200" y="1735750"/>
            <a:ext cx="5638800" cy="1159800"/>
          </a:xfrm>
          <a:prstGeom prst="rect">
            <a:avLst/>
          </a:prstGeom>
        </p:spPr>
        <p:txBody>
          <a:bodyPr spcFirstLastPara="1" wrap="square" lIns="91425" tIns="91425" rIns="91425" bIns="91425" anchor="b" anchorCtr="0">
            <a:noAutofit/>
          </a:bodyPr>
          <a:lstStyle/>
          <a:p>
            <a:r>
              <a:rPr lang="en-US" b="1" dirty="0"/>
              <a:t>Observer Pattern</a:t>
            </a:r>
          </a:p>
        </p:txBody>
      </p:sp>
      <p:sp>
        <p:nvSpPr>
          <p:cNvPr id="360" name="Google Shape;360;p14"/>
          <p:cNvSpPr txBox="1">
            <a:spLocks noGrp="1"/>
          </p:cNvSpPr>
          <p:nvPr>
            <p:ph type="subTitle" idx="1"/>
          </p:nvPr>
        </p:nvSpPr>
        <p:spPr>
          <a:xfrm>
            <a:off x="2743200" y="2821004"/>
            <a:ext cx="5696100" cy="2265346"/>
          </a:xfrm>
          <a:prstGeom prst="rect">
            <a:avLst/>
          </a:prstGeom>
        </p:spPr>
        <p:txBody>
          <a:bodyPr spcFirstLastPara="1" wrap="square" lIns="91425" tIns="91425" rIns="91425" bIns="91425" anchor="t" anchorCtr="0">
            <a:noAutofit/>
          </a:bodyPr>
          <a:lstStyle/>
          <a:p>
            <a:pPr marL="0" lvl="0" indent="0"/>
            <a:r>
              <a:rPr lang="en-US" sz="2000" b="0" i="0" dirty="0">
                <a:solidFill>
                  <a:schemeClr val="tx1"/>
                </a:solidFill>
                <a:effectLst/>
                <a:latin typeface="Lato" panose="020F0502020204030203" pitchFamily="34" charset="0"/>
              </a:rPr>
              <a:t>The observer design pattern enables a subscriber to register with and receive notifications from a provider. It's suitable for any scenario that requires push-based notification. The pattern defines a provider (also known as a subject or an observable) and zero, one, or more observers</a:t>
            </a:r>
            <a:endParaRPr sz="1600" dirty="0">
              <a:solidFill>
                <a:schemeClr val="tx1"/>
              </a:solidFill>
            </a:endParaRPr>
          </a:p>
        </p:txBody>
      </p:sp>
      <p:sp>
        <p:nvSpPr>
          <p:cNvPr id="361" name="Google Shape;361;p14"/>
          <p:cNvSpPr txBox="1"/>
          <p:nvPr/>
        </p:nvSpPr>
        <p:spPr>
          <a:xfrm>
            <a:off x="409575" y="1676400"/>
            <a:ext cx="2067000" cy="177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800" b="1" dirty="0">
                <a:solidFill>
                  <a:srgbClr val="FFFFFF"/>
                </a:solidFill>
                <a:latin typeface="Nixie One"/>
                <a:sym typeface="Nixie One"/>
              </a:rPr>
              <a:t>2</a:t>
            </a:r>
            <a:endParaRPr b="1" dirty="0">
              <a:solidFill>
                <a:srgbClr val="FFFFFF"/>
              </a:solidFill>
            </a:endParaRPr>
          </a:p>
        </p:txBody>
      </p:sp>
    </p:spTree>
    <p:extLst>
      <p:ext uri="{BB962C8B-B14F-4D97-AF65-F5344CB8AC3E}">
        <p14:creationId xmlns:p14="http://schemas.microsoft.com/office/powerpoint/2010/main" val="2998358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4"/>
          <p:cNvSpPr txBox="1">
            <a:spLocks noGrp="1"/>
          </p:cNvSpPr>
          <p:nvPr>
            <p:ph type="ctrTitle"/>
          </p:nvPr>
        </p:nvSpPr>
        <p:spPr>
          <a:xfrm>
            <a:off x="2247900" y="209550"/>
            <a:ext cx="4648200" cy="628600"/>
          </a:xfrm>
          <a:prstGeom prst="rect">
            <a:avLst/>
          </a:prstGeom>
        </p:spPr>
        <p:txBody>
          <a:bodyPr spcFirstLastPara="1" wrap="square" lIns="91425" tIns="91425" rIns="91425" bIns="91425" anchor="b" anchorCtr="0">
            <a:noAutofit/>
          </a:bodyPr>
          <a:lstStyle/>
          <a:p>
            <a:r>
              <a:rPr lang="en-US" b="1" dirty="0"/>
              <a:t>Observer Pattern</a:t>
            </a:r>
          </a:p>
        </p:txBody>
      </p:sp>
      <p:sp>
        <p:nvSpPr>
          <p:cNvPr id="361" name="Google Shape;361;p14"/>
          <p:cNvSpPr txBox="1"/>
          <p:nvPr/>
        </p:nvSpPr>
        <p:spPr>
          <a:xfrm>
            <a:off x="409575" y="1676400"/>
            <a:ext cx="2067000" cy="177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800" b="1" dirty="0">
                <a:solidFill>
                  <a:srgbClr val="FFFFFF"/>
                </a:solidFill>
                <a:latin typeface="Nixie One"/>
                <a:sym typeface="Nixie One"/>
              </a:rPr>
              <a:t>2</a:t>
            </a:r>
            <a:endParaRPr b="1" dirty="0">
              <a:solidFill>
                <a:srgbClr val="FFFFFF"/>
              </a:solidFill>
            </a:endParaRPr>
          </a:p>
        </p:txBody>
      </p:sp>
      <p:pic>
        <p:nvPicPr>
          <p:cNvPr id="5" name="Picture 4">
            <a:extLst>
              <a:ext uri="{FF2B5EF4-FFF2-40B4-BE49-F238E27FC236}">
                <a16:creationId xmlns:a16="http://schemas.microsoft.com/office/drawing/2014/main" id="{04207041-FB76-9A0E-9A3A-3CC0D5A5D821}"/>
              </a:ext>
            </a:extLst>
          </p:cNvPr>
          <p:cNvPicPr>
            <a:picLocks noChangeAspect="1"/>
          </p:cNvPicPr>
          <p:nvPr/>
        </p:nvPicPr>
        <p:blipFill>
          <a:blip r:embed="rId3"/>
          <a:stretch>
            <a:fillRect/>
          </a:stretch>
        </p:blipFill>
        <p:spPr>
          <a:xfrm>
            <a:off x="2743200" y="990600"/>
            <a:ext cx="5431807" cy="3943350"/>
          </a:xfrm>
          <a:prstGeom prst="rect">
            <a:avLst/>
          </a:prstGeom>
        </p:spPr>
      </p:pic>
    </p:spTree>
    <p:extLst>
      <p:ext uri="{BB962C8B-B14F-4D97-AF65-F5344CB8AC3E}">
        <p14:creationId xmlns:p14="http://schemas.microsoft.com/office/powerpoint/2010/main" val="513425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13"/>
          <p:cNvSpPr txBox="1">
            <a:spLocks noGrp="1"/>
          </p:cNvSpPr>
          <p:nvPr>
            <p:ph type="ctrTitle" idx="4294967295"/>
          </p:nvPr>
        </p:nvSpPr>
        <p:spPr>
          <a:xfrm>
            <a:off x="1676400" y="133350"/>
            <a:ext cx="6705600" cy="1219200"/>
          </a:xfrm>
          <a:prstGeom prst="rect">
            <a:avLst/>
          </a:prstGeom>
        </p:spPr>
        <p:txBody>
          <a:bodyPr spcFirstLastPara="1" wrap="square" lIns="91425" tIns="91425" rIns="91425" bIns="91425" anchor="b" anchorCtr="0">
            <a:noAutofit/>
          </a:bodyPr>
          <a:lstStyle/>
          <a:p>
            <a:r>
              <a:rPr lang="en-US" sz="2800" b="1" dirty="0"/>
              <a:t>Solid Principles</a:t>
            </a:r>
          </a:p>
        </p:txBody>
      </p:sp>
      <p:sp>
        <p:nvSpPr>
          <p:cNvPr id="354" name="Google Shape;354;p13"/>
          <p:cNvSpPr txBox="1">
            <a:spLocks noGrp="1"/>
          </p:cNvSpPr>
          <p:nvPr>
            <p:ph type="sldNum" idx="12"/>
          </p:nvPr>
        </p:nvSpPr>
        <p:spPr>
          <a:xfrm>
            <a:off x="13557" y="4785525"/>
            <a:ext cx="548700" cy="35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6</a:t>
            </a:fld>
            <a:endParaRPr/>
          </a:p>
        </p:txBody>
      </p:sp>
      <p:sp>
        <p:nvSpPr>
          <p:cNvPr id="2" name="AutoShape 2" descr="Types of Design Pattern - Scaler Topics">
            <a:extLst>
              <a:ext uri="{FF2B5EF4-FFF2-40B4-BE49-F238E27FC236}">
                <a16:creationId xmlns:a16="http://schemas.microsoft.com/office/drawing/2014/main" id="{064B4161-587B-FC82-04E8-B2A78BFE6646}"/>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2" descr="Types of Design Pattern - Scaler Topics">
            <a:extLst>
              <a:ext uri="{FF2B5EF4-FFF2-40B4-BE49-F238E27FC236}">
                <a16:creationId xmlns:a16="http://schemas.microsoft.com/office/drawing/2014/main" id="{DBB49A13-7CAD-8B8A-6344-FFE6F82333BA}"/>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9F5CC3D0-BA15-4D67-41B1-2C88640D6632}"/>
              </a:ext>
            </a:extLst>
          </p:cNvPr>
          <p:cNvSpPr txBox="1"/>
          <p:nvPr/>
        </p:nvSpPr>
        <p:spPr>
          <a:xfrm>
            <a:off x="1647967" y="1352550"/>
            <a:ext cx="5486400" cy="3785652"/>
          </a:xfrm>
          <a:prstGeom prst="rect">
            <a:avLst/>
          </a:prstGeom>
          <a:noFill/>
        </p:spPr>
        <p:txBody>
          <a:bodyPr wrap="square" rtlCol="0">
            <a:spAutoFit/>
          </a:bodyPr>
          <a:lstStyle/>
          <a:p>
            <a:pPr algn="l"/>
            <a:r>
              <a:rPr lang="en-US" sz="1600" dirty="0">
                <a:solidFill>
                  <a:schemeClr val="tx1"/>
                </a:solidFill>
              </a:rPr>
              <a:t>SOLID is an acronym for the first five object-oriented design (OOD)</a:t>
            </a:r>
          </a:p>
          <a:p>
            <a:pPr algn="l"/>
            <a:r>
              <a:rPr lang="en-US" sz="1600" dirty="0">
                <a:solidFill>
                  <a:schemeClr val="tx1"/>
                </a:solidFill>
              </a:rPr>
              <a:t>principles by Robert C. Martin (also known as Uncle Bob).</a:t>
            </a:r>
          </a:p>
          <a:p>
            <a:pPr algn="l"/>
            <a:r>
              <a:rPr lang="en-US" sz="1600" dirty="0">
                <a:solidFill>
                  <a:schemeClr val="tx1"/>
                </a:solidFill>
              </a:rPr>
              <a:t>SOLID is an acronym that stands for five key design principles:</a:t>
            </a:r>
          </a:p>
          <a:p>
            <a:pPr algn="l"/>
            <a:endParaRPr lang="en-US" sz="1600" dirty="0">
              <a:solidFill>
                <a:schemeClr val="tx1"/>
              </a:solidFill>
            </a:endParaRPr>
          </a:p>
          <a:p>
            <a:pPr algn="l"/>
            <a:r>
              <a:rPr lang="en-US" sz="1600" dirty="0">
                <a:solidFill>
                  <a:schemeClr val="tx1"/>
                </a:solidFill>
              </a:rPr>
              <a:t>● single responsibility principle.</a:t>
            </a:r>
          </a:p>
          <a:p>
            <a:pPr algn="l"/>
            <a:r>
              <a:rPr lang="en-US" sz="1600" dirty="0">
                <a:solidFill>
                  <a:schemeClr val="tx1"/>
                </a:solidFill>
              </a:rPr>
              <a:t>● open-closed principle.</a:t>
            </a:r>
          </a:p>
          <a:p>
            <a:pPr algn="l"/>
            <a:r>
              <a:rPr lang="en-US" sz="1600" dirty="0">
                <a:solidFill>
                  <a:schemeClr val="tx1"/>
                </a:solidFill>
              </a:rPr>
              <a:t>● </a:t>
            </a:r>
            <a:r>
              <a:rPr lang="en-US" sz="1600" dirty="0" err="1">
                <a:solidFill>
                  <a:schemeClr val="tx1"/>
                </a:solidFill>
              </a:rPr>
              <a:t>Liskov</a:t>
            </a:r>
            <a:r>
              <a:rPr lang="en-US" sz="1600" dirty="0">
                <a:solidFill>
                  <a:schemeClr val="tx1"/>
                </a:solidFill>
              </a:rPr>
              <a:t> substitution principle.</a:t>
            </a:r>
          </a:p>
          <a:p>
            <a:pPr algn="l"/>
            <a:r>
              <a:rPr lang="en-US" sz="1600" dirty="0">
                <a:solidFill>
                  <a:schemeClr val="tx1"/>
                </a:solidFill>
              </a:rPr>
              <a:t>● interface segregation principle.</a:t>
            </a:r>
          </a:p>
          <a:p>
            <a:pPr algn="l"/>
            <a:r>
              <a:rPr lang="en-US" sz="1600" dirty="0">
                <a:solidFill>
                  <a:schemeClr val="tx1"/>
                </a:solidFill>
              </a:rPr>
              <a:t>● dependency inversion principle.</a:t>
            </a:r>
          </a:p>
          <a:p>
            <a:pPr algn="l"/>
            <a:endParaRPr lang="en-US" sz="1600" dirty="0">
              <a:solidFill>
                <a:schemeClr val="tx1"/>
              </a:solidFill>
            </a:endParaRPr>
          </a:p>
          <a:p>
            <a:pPr algn="l"/>
            <a:r>
              <a:rPr lang="en-US" sz="1600" dirty="0">
                <a:solidFill>
                  <a:schemeClr val="tx1"/>
                </a:solidFill>
              </a:rPr>
              <a:t>All five are commonly used by software engineers and provide some important</a:t>
            </a:r>
          </a:p>
          <a:p>
            <a:pPr algn="l"/>
            <a:r>
              <a:rPr lang="en-US" sz="1600" dirty="0">
                <a:solidFill>
                  <a:schemeClr val="tx1"/>
                </a:solidFill>
              </a:rPr>
              <a:t>benefits for developers.</a:t>
            </a:r>
          </a:p>
        </p:txBody>
      </p:sp>
    </p:spTree>
    <p:extLst>
      <p:ext uri="{BB962C8B-B14F-4D97-AF65-F5344CB8AC3E}">
        <p14:creationId xmlns:p14="http://schemas.microsoft.com/office/powerpoint/2010/main" val="2618163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4"/>
          <p:cNvSpPr txBox="1">
            <a:spLocks noGrp="1"/>
          </p:cNvSpPr>
          <p:nvPr>
            <p:ph type="ctrTitle"/>
          </p:nvPr>
        </p:nvSpPr>
        <p:spPr>
          <a:xfrm>
            <a:off x="2743200" y="1885950"/>
            <a:ext cx="5638800" cy="781000"/>
          </a:xfrm>
          <a:prstGeom prst="rect">
            <a:avLst/>
          </a:prstGeom>
        </p:spPr>
        <p:txBody>
          <a:bodyPr spcFirstLastPara="1" wrap="square" lIns="91425" tIns="91425" rIns="91425" bIns="91425" anchor="b" anchorCtr="0">
            <a:noAutofit/>
          </a:bodyPr>
          <a:lstStyle/>
          <a:p>
            <a:r>
              <a:rPr lang="en-US" sz="2800" b="1" dirty="0"/>
              <a:t>Single Responsibility Principle</a:t>
            </a:r>
          </a:p>
        </p:txBody>
      </p:sp>
      <p:sp>
        <p:nvSpPr>
          <p:cNvPr id="360" name="Google Shape;360;p14"/>
          <p:cNvSpPr txBox="1">
            <a:spLocks noGrp="1"/>
          </p:cNvSpPr>
          <p:nvPr>
            <p:ph type="subTitle" idx="1"/>
          </p:nvPr>
        </p:nvSpPr>
        <p:spPr>
          <a:xfrm>
            <a:off x="2743200" y="2562743"/>
            <a:ext cx="5696100" cy="2495550"/>
          </a:xfrm>
          <a:prstGeom prst="rect">
            <a:avLst/>
          </a:prstGeom>
        </p:spPr>
        <p:txBody>
          <a:bodyPr spcFirstLastPara="1" wrap="square" lIns="91425" tIns="91425" rIns="91425" bIns="91425" anchor="t" anchorCtr="0">
            <a:noAutofit/>
          </a:bodyPr>
          <a:lstStyle/>
          <a:p>
            <a:pPr marL="0" lvl="0" indent="0"/>
            <a:r>
              <a:rPr lang="en-US" sz="2400" b="0" i="0" dirty="0">
                <a:solidFill>
                  <a:srgbClr val="E8EAED"/>
                </a:solidFill>
                <a:effectLst/>
                <a:latin typeface="Google Sans"/>
              </a:rPr>
              <a:t>The idea behind the SRP is that every class, module, or function in a program should have one responsibility/purpose in a program. As a commonly used definition, "every class should have only one reason to change".</a:t>
            </a:r>
          </a:p>
        </p:txBody>
      </p:sp>
      <p:sp>
        <p:nvSpPr>
          <p:cNvPr id="361" name="Google Shape;361;p14"/>
          <p:cNvSpPr txBox="1"/>
          <p:nvPr/>
        </p:nvSpPr>
        <p:spPr>
          <a:xfrm>
            <a:off x="409575" y="1676400"/>
            <a:ext cx="2067000" cy="177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800" b="1" dirty="0">
                <a:solidFill>
                  <a:srgbClr val="FFFFFF"/>
                </a:solidFill>
                <a:latin typeface="Nixie One"/>
                <a:sym typeface="Nixie One"/>
              </a:rPr>
              <a:t>3</a:t>
            </a:r>
            <a:endParaRPr b="1" dirty="0">
              <a:solidFill>
                <a:srgbClr val="FFFFFF"/>
              </a:solidFill>
            </a:endParaRPr>
          </a:p>
        </p:txBody>
      </p:sp>
    </p:spTree>
    <p:extLst>
      <p:ext uri="{BB962C8B-B14F-4D97-AF65-F5344CB8AC3E}">
        <p14:creationId xmlns:p14="http://schemas.microsoft.com/office/powerpoint/2010/main" val="1718515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4"/>
          <p:cNvSpPr txBox="1">
            <a:spLocks noGrp="1"/>
          </p:cNvSpPr>
          <p:nvPr>
            <p:ph type="ctrTitle"/>
          </p:nvPr>
        </p:nvSpPr>
        <p:spPr>
          <a:xfrm>
            <a:off x="2743200" y="2038350"/>
            <a:ext cx="5638800" cy="781000"/>
          </a:xfrm>
          <a:prstGeom prst="rect">
            <a:avLst/>
          </a:prstGeom>
        </p:spPr>
        <p:txBody>
          <a:bodyPr spcFirstLastPara="1" wrap="square" lIns="91425" tIns="91425" rIns="91425" bIns="91425" anchor="b" anchorCtr="0">
            <a:noAutofit/>
          </a:bodyPr>
          <a:lstStyle/>
          <a:p>
            <a:pPr algn="l" fontAlgn="base"/>
            <a:r>
              <a:rPr lang="en-US" sz="3200" b="1" i="0" dirty="0">
                <a:effectLst/>
                <a:latin typeface="-apple-system"/>
              </a:rPr>
              <a:t>Open–Closed Principle (OCP)</a:t>
            </a:r>
          </a:p>
        </p:txBody>
      </p:sp>
      <p:sp>
        <p:nvSpPr>
          <p:cNvPr id="360" name="Google Shape;360;p14"/>
          <p:cNvSpPr txBox="1">
            <a:spLocks noGrp="1"/>
          </p:cNvSpPr>
          <p:nvPr>
            <p:ph type="subTitle" idx="1"/>
          </p:nvPr>
        </p:nvSpPr>
        <p:spPr>
          <a:xfrm>
            <a:off x="2743200" y="2724149"/>
            <a:ext cx="5696100" cy="2334143"/>
          </a:xfrm>
          <a:prstGeom prst="rect">
            <a:avLst/>
          </a:prstGeom>
        </p:spPr>
        <p:txBody>
          <a:bodyPr spcFirstLastPara="1" wrap="square" lIns="91425" tIns="91425" rIns="91425" bIns="91425" anchor="t" anchorCtr="0">
            <a:noAutofit/>
          </a:bodyPr>
          <a:lstStyle/>
          <a:p>
            <a:pPr marL="0" lvl="0" indent="0"/>
            <a:r>
              <a:rPr lang="en-US" sz="1800" dirty="0"/>
              <a:t>the software entities should be open for extension but</a:t>
            </a:r>
          </a:p>
          <a:p>
            <a:pPr marL="0" lvl="0" indent="0"/>
            <a:r>
              <a:rPr lang="en-US" sz="1800" dirty="0"/>
              <a:t>closed for modification.</a:t>
            </a:r>
          </a:p>
          <a:p>
            <a:pPr marL="0" lvl="0" indent="0"/>
            <a:r>
              <a:rPr lang="en-US" sz="1800" dirty="0"/>
              <a:t>This implies that such entities – classes, functions, and so on – should be created in a way that their core functionalities can be extended to other entities without altering the initial entity's source code.</a:t>
            </a:r>
            <a:endParaRPr sz="1800" dirty="0"/>
          </a:p>
        </p:txBody>
      </p:sp>
      <p:sp>
        <p:nvSpPr>
          <p:cNvPr id="361" name="Google Shape;361;p14"/>
          <p:cNvSpPr txBox="1"/>
          <p:nvPr/>
        </p:nvSpPr>
        <p:spPr>
          <a:xfrm>
            <a:off x="409575" y="1676400"/>
            <a:ext cx="2067000" cy="177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800" b="1" dirty="0">
                <a:solidFill>
                  <a:srgbClr val="FFFFFF"/>
                </a:solidFill>
                <a:latin typeface="Nixie One"/>
                <a:sym typeface="Nixie One"/>
              </a:rPr>
              <a:t>4</a:t>
            </a:r>
            <a:endParaRPr b="1" dirty="0">
              <a:solidFill>
                <a:srgbClr val="FFFFFF"/>
              </a:solidFill>
            </a:endParaRPr>
          </a:p>
        </p:txBody>
      </p:sp>
    </p:spTree>
    <p:extLst>
      <p:ext uri="{BB962C8B-B14F-4D97-AF65-F5344CB8AC3E}">
        <p14:creationId xmlns:p14="http://schemas.microsoft.com/office/powerpoint/2010/main" val="3172671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35"/>
          <p:cNvSpPr/>
          <p:nvPr/>
        </p:nvSpPr>
        <p:spPr>
          <a:xfrm rot="-5400000">
            <a:off x="1053600" y="533300"/>
            <a:ext cx="1855800" cy="2142900"/>
          </a:xfrm>
          <a:custGeom>
            <a:avLst/>
            <a:gdLst/>
            <a:ahLst/>
            <a:cxnLst/>
            <a:rect l="l" t="t" r="r" b="b"/>
            <a:pathLst>
              <a:path w="120000" h="120000" extrusionOk="0">
                <a:moveTo>
                  <a:pt x="60000" y="0"/>
                </a:moveTo>
                <a:lnTo>
                  <a:pt x="120000" y="30000"/>
                </a:lnTo>
                <a:lnTo>
                  <a:pt x="120000" y="90000"/>
                </a:lnTo>
                <a:lnTo>
                  <a:pt x="60000" y="120000"/>
                </a:lnTo>
                <a:lnTo>
                  <a:pt x="0" y="90000"/>
                </a:lnTo>
                <a:lnTo>
                  <a:pt x="0" y="30000"/>
                </a:lnTo>
                <a:close/>
              </a:path>
            </a:pathLst>
          </a:custGeom>
          <a:gradFill>
            <a:gsLst>
              <a:gs pos="0">
                <a:srgbClr val="3393E2"/>
              </a:gs>
              <a:gs pos="100000">
                <a:srgbClr val="00E2C7"/>
              </a:gs>
            </a:gsLst>
            <a:path path="circle">
              <a:fillToRect l="100000" b="100000"/>
            </a:path>
            <a:tileRect t="-100000" r="-100000"/>
          </a:gradFill>
          <a:ln>
            <a:noFill/>
          </a:ln>
        </p:spPr>
        <p:txBody>
          <a:bodyPr spcFirstLastPara="1" wrap="square" lIns="50800" tIns="50800" rIns="50800" bIns="50800" anchor="ctr" anchorCtr="0">
            <a:noAutofit/>
          </a:bodyPr>
          <a:lstStyle/>
          <a:p>
            <a:pPr marL="0" marR="0" lvl="0" indent="0" algn="ctr" rtl="0">
              <a:lnSpc>
                <a:spcPct val="100000"/>
              </a:lnSpc>
              <a:spcBef>
                <a:spcPts val="0"/>
              </a:spcBef>
              <a:spcAft>
                <a:spcPts val="0"/>
              </a:spcAft>
              <a:buClr>
                <a:srgbClr val="FFFFFF"/>
              </a:buClr>
              <a:buFont typeface="Helvetica Neue"/>
              <a:buNone/>
            </a:pPr>
            <a:endParaRPr sz="3200" b="0" i="0" u="none" strike="noStrike" cap="none">
              <a:solidFill>
                <a:srgbClr val="FFFFFF"/>
              </a:solidFill>
              <a:latin typeface="Helvetica Neue"/>
              <a:ea typeface="Helvetica Neue"/>
              <a:cs typeface="Helvetica Neue"/>
              <a:sym typeface="Helvetica Neue"/>
            </a:endParaRPr>
          </a:p>
        </p:txBody>
      </p:sp>
      <p:sp>
        <p:nvSpPr>
          <p:cNvPr id="572" name="Google Shape;572;p35"/>
          <p:cNvSpPr txBox="1">
            <a:spLocks noGrp="1"/>
          </p:cNvSpPr>
          <p:nvPr>
            <p:ph type="ctrTitle" idx="4294967295"/>
          </p:nvPr>
        </p:nvSpPr>
        <p:spPr>
          <a:xfrm>
            <a:off x="3152775" y="1354750"/>
            <a:ext cx="45621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8000"/>
              <a:t>Thanks!</a:t>
            </a:r>
            <a:endParaRPr sz="8000"/>
          </a:p>
        </p:txBody>
      </p:sp>
      <p:sp>
        <p:nvSpPr>
          <p:cNvPr id="573" name="Google Shape;573;p35"/>
          <p:cNvSpPr txBox="1">
            <a:spLocks noGrp="1"/>
          </p:cNvSpPr>
          <p:nvPr>
            <p:ph type="body" idx="4294967295"/>
          </p:nvPr>
        </p:nvSpPr>
        <p:spPr>
          <a:xfrm>
            <a:off x="3286468" y="2400250"/>
            <a:ext cx="4562100" cy="24615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3600" b="1" dirty="0"/>
              <a:t>Any questions?</a:t>
            </a:r>
            <a:endParaRPr dirty="0"/>
          </a:p>
        </p:txBody>
      </p:sp>
      <p:sp>
        <p:nvSpPr>
          <p:cNvPr id="574" name="Google Shape;574;p35"/>
          <p:cNvSpPr/>
          <p:nvPr/>
        </p:nvSpPr>
        <p:spPr>
          <a:xfrm>
            <a:off x="1591719" y="1212580"/>
            <a:ext cx="779561" cy="779561"/>
          </a:xfrm>
          <a:custGeom>
            <a:avLst/>
            <a:gdLst/>
            <a:ahLst/>
            <a:cxnLst/>
            <a:rect l="l" t="t" r="r" b="b"/>
            <a:pathLst>
              <a:path w="15290" h="15290" extrusionOk="0">
                <a:moveTo>
                  <a:pt x="4519" y="6815"/>
                </a:moveTo>
                <a:lnTo>
                  <a:pt x="4690" y="6839"/>
                </a:lnTo>
                <a:lnTo>
                  <a:pt x="4861" y="6888"/>
                </a:lnTo>
                <a:lnTo>
                  <a:pt x="5007" y="6986"/>
                </a:lnTo>
                <a:lnTo>
                  <a:pt x="5154" y="7084"/>
                </a:lnTo>
                <a:lnTo>
                  <a:pt x="5251" y="7230"/>
                </a:lnTo>
                <a:lnTo>
                  <a:pt x="5325" y="7401"/>
                </a:lnTo>
                <a:lnTo>
                  <a:pt x="5374" y="7572"/>
                </a:lnTo>
                <a:lnTo>
                  <a:pt x="5398" y="7767"/>
                </a:lnTo>
                <a:lnTo>
                  <a:pt x="5374" y="7963"/>
                </a:lnTo>
                <a:lnTo>
                  <a:pt x="5325" y="8134"/>
                </a:lnTo>
                <a:lnTo>
                  <a:pt x="5251" y="8305"/>
                </a:lnTo>
                <a:lnTo>
                  <a:pt x="5154" y="8451"/>
                </a:lnTo>
                <a:lnTo>
                  <a:pt x="5007" y="8549"/>
                </a:lnTo>
                <a:lnTo>
                  <a:pt x="4861" y="8647"/>
                </a:lnTo>
                <a:lnTo>
                  <a:pt x="4690" y="8696"/>
                </a:lnTo>
                <a:lnTo>
                  <a:pt x="4519" y="8720"/>
                </a:lnTo>
                <a:lnTo>
                  <a:pt x="4348" y="8696"/>
                </a:lnTo>
                <a:lnTo>
                  <a:pt x="4177" y="8647"/>
                </a:lnTo>
                <a:lnTo>
                  <a:pt x="4030" y="8549"/>
                </a:lnTo>
                <a:lnTo>
                  <a:pt x="3884" y="8451"/>
                </a:lnTo>
                <a:lnTo>
                  <a:pt x="3786" y="8305"/>
                </a:lnTo>
                <a:lnTo>
                  <a:pt x="3713" y="8134"/>
                </a:lnTo>
                <a:lnTo>
                  <a:pt x="3664" y="7963"/>
                </a:lnTo>
                <a:lnTo>
                  <a:pt x="3640" y="7767"/>
                </a:lnTo>
                <a:lnTo>
                  <a:pt x="3664" y="7572"/>
                </a:lnTo>
                <a:lnTo>
                  <a:pt x="3713" y="7401"/>
                </a:lnTo>
                <a:lnTo>
                  <a:pt x="3786" y="7230"/>
                </a:lnTo>
                <a:lnTo>
                  <a:pt x="3884" y="7084"/>
                </a:lnTo>
                <a:lnTo>
                  <a:pt x="4030" y="6986"/>
                </a:lnTo>
                <a:lnTo>
                  <a:pt x="4177" y="6888"/>
                </a:lnTo>
                <a:lnTo>
                  <a:pt x="4348" y="6839"/>
                </a:lnTo>
                <a:lnTo>
                  <a:pt x="4519" y="6815"/>
                </a:lnTo>
                <a:close/>
                <a:moveTo>
                  <a:pt x="10771" y="6815"/>
                </a:moveTo>
                <a:lnTo>
                  <a:pt x="10942" y="6839"/>
                </a:lnTo>
                <a:lnTo>
                  <a:pt x="11113" y="6888"/>
                </a:lnTo>
                <a:lnTo>
                  <a:pt x="11260" y="6986"/>
                </a:lnTo>
                <a:lnTo>
                  <a:pt x="11406" y="7084"/>
                </a:lnTo>
                <a:lnTo>
                  <a:pt x="11504" y="7230"/>
                </a:lnTo>
                <a:lnTo>
                  <a:pt x="11577" y="7401"/>
                </a:lnTo>
                <a:lnTo>
                  <a:pt x="11626" y="7572"/>
                </a:lnTo>
                <a:lnTo>
                  <a:pt x="11650" y="7767"/>
                </a:lnTo>
                <a:lnTo>
                  <a:pt x="11626" y="7963"/>
                </a:lnTo>
                <a:lnTo>
                  <a:pt x="11577" y="8134"/>
                </a:lnTo>
                <a:lnTo>
                  <a:pt x="11504" y="8305"/>
                </a:lnTo>
                <a:lnTo>
                  <a:pt x="11406" y="8451"/>
                </a:lnTo>
                <a:lnTo>
                  <a:pt x="11260" y="8549"/>
                </a:lnTo>
                <a:lnTo>
                  <a:pt x="11113" y="8647"/>
                </a:lnTo>
                <a:lnTo>
                  <a:pt x="10942" y="8696"/>
                </a:lnTo>
                <a:lnTo>
                  <a:pt x="10771" y="8720"/>
                </a:lnTo>
                <a:lnTo>
                  <a:pt x="10600" y="8696"/>
                </a:lnTo>
                <a:lnTo>
                  <a:pt x="10429" y="8647"/>
                </a:lnTo>
                <a:lnTo>
                  <a:pt x="10283" y="8549"/>
                </a:lnTo>
                <a:lnTo>
                  <a:pt x="10136" y="8451"/>
                </a:lnTo>
                <a:lnTo>
                  <a:pt x="10038" y="8305"/>
                </a:lnTo>
                <a:lnTo>
                  <a:pt x="9965" y="8134"/>
                </a:lnTo>
                <a:lnTo>
                  <a:pt x="9916" y="7963"/>
                </a:lnTo>
                <a:lnTo>
                  <a:pt x="9892" y="7767"/>
                </a:lnTo>
                <a:lnTo>
                  <a:pt x="9916" y="7572"/>
                </a:lnTo>
                <a:lnTo>
                  <a:pt x="9965" y="7401"/>
                </a:lnTo>
                <a:lnTo>
                  <a:pt x="10038" y="7230"/>
                </a:lnTo>
                <a:lnTo>
                  <a:pt x="10136" y="7084"/>
                </a:lnTo>
                <a:lnTo>
                  <a:pt x="10283" y="6986"/>
                </a:lnTo>
                <a:lnTo>
                  <a:pt x="10429" y="6888"/>
                </a:lnTo>
                <a:lnTo>
                  <a:pt x="10600" y="6839"/>
                </a:lnTo>
                <a:lnTo>
                  <a:pt x="10771" y="6815"/>
                </a:lnTo>
                <a:close/>
                <a:moveTo>
                  <a:pt x="11308" y="10210"/>
                </a:moveTo>
                <a:lnTo>
                  <a:pt x="11406" y="10234"/>
                </a:lnTo>
                <a:lnTo>
                  <a:pt x="11479" y="10259"/>
                </a:lnTo>
                <a:lnTo>
                  <a:pt x="11577" y="10307"/>
                </a:lnTo>
                <a:lnTo>
                  <a:pt x="11650" y="10356"/>
                </a:lnTo>
                <a:lnTo>
                  <a:pt x="11699" y="10430"/>
                </a:lnTo>
                <a:lnTo>
                  <a:pt x="11748" y="10527"/>
                </a:lnTo>
                <a:lnTo>
                  <a:pt x="11772" y="10625"/>
                </a:lnTo>
                <a:lnTo>
                  <a:pt x="11797" y="10698"/>
                </a:lnTo>
                <a:lnTo>
                  <a:pt x="11772" y="10796"/>
                </a:lnTo>
                <a:lnTo>
                  <a:pt x="11748" y="10894"/>
                </a:lnTo>
                <a:lnTo>
                  <a:pt x="11699" y="10967"/>
                </a:lnTo>
                <a:lnTo>
                  <a:pt x="11650" y="11065"/>
                </a:lnTo>
                <a:lnTo>
                  <a:pt x="11235" y="11431"/>
                </a:lnTo>
                <a:lnTo>
                  <a:pt x="10795" y="11773"/>
                </a:lnTo>
                <a:lnTo>
                  <a:pt x="10307" y="12041"/>
                </a:lnTo>
                <a:lnTo>
                  <a:pt x="9819" y="12286"/>
                </a:lnTo>
                <a:lnTo>
                  <a:pt x="9281" y="12457"/>
                </a:lnTo>
                <a:lnTo>
                  <a:pt x="8768" y="12603"/>
                </a:lnTo>
                <a:lnTo>
                  <a:pt x="8207" y="12676"/>
                </a:lnTo>
                <a:lnTo>
                  <a:pt x="7645" y="12701"/>
                </a:lnTo>
                <a:lnTo>
                  <a:pt x="7083" y="12676"/>
                </a:lnTo>
                <a:lnTo>
                  <a:pt x="6521" y="12603"/>
                </a:lnTo>
                <a:lnTo>
                  <a:pt x="6009" y="12457"/>
                </a:lnTo>
                <a:lnTo>
                  <a:pt x="5471" y="12286"/>
                </a:lnTo>
                <a:lnTo>
                  <a:pt x="4983" y="12041"/>
                </a:lnTo>
                <a:lnTo>
                  <a:pt x="4494" y="11773"/>
                </a:lnTo>
                <a:lnTo>
                  <a:pt x="4055" y="11431"/>
                </a:lnTo>
                <a:lnTo>
                  <a:pt x="3640" y="11065"/>
                </a:lnTo>
                <a:lnTo>
                  <a:pt x="3591" y="10967"/>
                </a:lnTo>
                <a:lnTo>
                  <a:pt x="3542" y="10894"/>
                </a:lnTo>
                <a:lnTo>
                  <a:pt x="3517" y="10796"/>
                </a:lnTo>
                <a:lnTo>
                  <a:pt x="3493" y="10698"/>
                </a:lnTo>
                <a:lnTo>
                  <a:pt x="3517" y="10625"/>
                </a:lnTo>
                <a:lnTo>
                  <a:pt x="3542" y="10527"/>
                </a:lnTo>
                <a:lnTo>
                  <a:pt x="3591" y="10430"/>
                </a:lnTo>
                <a:lnTo>
                  <a:pt x="3640" y="10356"/>
                </a:lnTo>
                <a:lnTo>
                  <a:pt x="3713" y="10307"/>
                </a:lnTo>
                <a:lnTo>
                  <a:pt x="3811" y="10259"/>
                </a:lnTo>
                <a:lnTo>
                  <a:pt x="3884" y="10234"/>
                </a:lnTo>
                <a:lnTo>
                  <a:pt x="3981" y="10210"/>
                </a:lnTo>
                <a:lnTo>
                  <a:pt x="4079" y="10234"/>
                </a:lnTo>
                <a:lnTo>
                  <a:pt x="4177" y="10259"/>
                </a:lnTo>
                <a:lnTo>
                  <a:pt x="4250" y="10307"/>
                </a:lnTo>
                <a:lnTo>
                  <a:pt x="4323" y="10356"/>
                </a:lnTo>
                <a:lnTo>
                  <a:pt x="4690" y="10674"/>
                </a:lnTo>
                <a:lnTo>
                  <a:pt x="5056" y="10942"/>
                </a:lnTo>
                <a:lnTo>
                  <a:pt x="5447" y="11187"/>
                </a:lnTo>
                <a:lnTo>
                  <a:pt x="5862" y="11382"/>
                </a:lnTo>
                <a:lnTo>
                  <a:pt x="6277" y="11529"/>
                </a:lnTo>
                <a:lnTo>
                  <a:pt x="6717" y="11651"/>
                </a:lnTo>
                <a:lnTo>
                  <a:pt x="7181" y="11700"/>
                </a:lnTo>
                <a:lnTo>
                  <a:pt x="7645" y="11724"/>
                </a:lnTo>
                <a:lnTo>
                  <a:pt x="8109" y="11700"/>
                </a:lnTo>
                <a:lnTo>
                  <a:pt x="8573" y="11651"/>
                </a:lnTo>
                <a:lnTo>
                  <a:pt x="9013" y="11529"/>
                </a:lnTo>
                <a:lnTo>
                  <a:pt x="9428" y="11382"/>
                </a:lnTo>
                <a:lnTo>
                  <a:pt x="9843" y="11187"/>
                </a:lnTo>
                <a:lnTo>
                  <a:pt x="10234" y="10942"/>
                </a:lnTo>
                <a:lnTo>
                  <a:pt x="10600" y="10674"/>
                </a:lnTo>
                <a:lnTo>
                  <a:pt x="10966" y="10356"/>
                </a:lnTo>
                <a:lnTo>
                  <a:pt x="11040" y="10307"/>
                </a:lnTo>
                <a:lnTo>
                  <a:pt x="11113" y="10259"/>
                </a:lnTo>
                <a:lnTo>
                  <a:pt x="11211" y="10234"/>
                </a:lnTo>
                <a:lnTo>
                  <a:pt x="11308" y="10210"/>
                </a:lnTo>
                <a:close/>
                <a:moveTo>
                  <a:pt x="7254" y="1"/>
                </a:moveTo>
                <a:lnTo>
                  <a:pt x="6863" y="50"/>
                </a:lnTo>
                <a:lnTo>
                  <a:pt x="6473" y="99"/>
                </a:lnTo>
                <a:lnTo>
                  <a:pt x="6106" y="147"/>
                </a:lnTo>
                <a:lnTo>
                  <a:pt x="5740" y="245"/>
                </a:lnTo>
                <a:lnTo>
                  <a:pt x="5374" y="343"/>
                </a:lnTo>
                <a:lnTo>
                  <a:pt x="5007" y="465"/>
                </a:lnTo>
                <a:lnTo>
                  <a:pt x="4665" y="611"/>
                </a:lnTo>
                <a:lnTo>
                  <a:pt x="4323" y="758"/>
                </a:lnTo>
                <a:lnTo>
                  <a:pt x="4006" y="929"/>
                </a:lnTo>
                <a:lnTo>
                  <a:pt x="3688" y="1100"/>
                </a:lnTo>
                <a:lnTo>
                  <a:pt x="3371" y="1295"/>
                </a:lnTo>
                <a:lnTo>
                  <a:pt x="3078" y="1515"/>
                </a:lnTo>
                <a:lnTo>
                  <a:pt x="2785" y="1735"/>
                </a:lnTo>
                <a:lnTo>
                  <a:pt x="2516" y="1979"/>
                </a:lnTo>
                <a:lnTo>
                  <a:pt x="2247" y="2248"/>
                </a:lnTo>
                <a:lnTo>
                  <a:pt x="1979" y="2516"/>
                </a:lnTo>
                <a:lnTo>
                  <a:pt x="1735" y="2785"/>
                </a:lnTo>
                <a:lnTo>
                  <a:pt x="1515" y="3078"/>
                </a:lnTo>
                <a:lnTo>
                  <a:pt x="1295" y="3371"/>
                </a:lnTo>
                <a:lnTo>
                  <a:pt x="1100" y="3689"/>
                </a:lnTo>
                <a:lnTo>
                  <a:pt x="929" y="4006"/>
                </a:lnTo>
                <a:lnTo>
                  <a:pt x="758" y="4324"/>
                </a:lnTo>
                <a:lnTo>
                  <a:pt x="611" y="4666"/>
                </a:lnTo>
                <a:lnTo>
                  <a:pt x="465" y="5008"/>
                </a:lnTo>
                <a:lnTo>
                  <a:pt x="342" y="5374"/>
                </a:lnTo>
                <a:lnTo>
                  <a:pt x="245" y="5740"/>
                </a:lnTo>
                <a:lnTo>
                  <a:pt x="147" y="6107"/>
                </a:lnTo>
                <a:lnTo>
                  <a:pt x="98" y="6473"/>
                </a:lnTo>
                <a:lnTo>
                  <a:pt x="49" y="6864"/>
                </a:lnTo>
                <a:lnTo>
                  <a:pt x="1" y="7255"/>
                </a:lnTo>
                <a:lnTo>
                  <a:pt x="1" y="7645"/>
                </a:lnTo>
                <a:lnTo>
                  <a:pt x="1" y="8036"/>
                </a:lnTo>
                <a:lnTo>
                  <a:pt x="49" y="8427"/>
                </a:lnTo>
                <a:lnTo>
                  <a:pt x="98" y="8818"/>
                </a:lnTo>
                <a:lnTo>
                  <a:pt x="147" y="9184"/>
                </a:lnTo>
                <a:lnTo>
                  <a:pt x="245" y="9550"/>
                </a:lnTo>
                <a:lnTo>
                  <a:pt x="342" y="9917"/>
                </a:lnTo>
                <a:lnTo>
                  <a:pt x="465" y="10283"/>
                </a:lnTo>
                <a:lnTo>
                  <a:pt x="611" y="10625"/>
                </a:lnTo>
                <a:lnTo>
                  <a:pt x="758" y="10967"/>
                </a:lnTo>
                <a:lnTo>
                  <a:pt x="929" y="11284"/>
                </a:lnTo>
                <a:lnTo>
                  <a:pt x="1100" y="11602"/>
                </a:lnTo>
                <a:lnTo>
                  <a:pt x="1295" y="11919"/>
                </a:lnTo>
                <a:lnTo>
                  <a:pt x="1515" y="12212"/>
                </a:lnTo>
                <a:lnTo>
                  <a:pt x="1735" y="12506"/>
                </a:lnTo>
                <a:lnTo>
                  <a:pt x="1979" y="12774"/>
                </a:lnTo>
                <a:lnTo>
                  <a:pt x="2247" y="13043"/>
                </a:lnTo>
                <a:lnTo>
                  <a:pt x="2516" y="13311"/>
                </a:lnTo>
                <a:lnTo>
                  <a:pt x="2785" y="13556"/>
                </a:lnTo>
                <a:lnTo>
                  <a:pt x="3078" y="13776"/>
                </a:lnTo>
                <a:lnTo>
                  <a:pt x="3371" y="13995"/>
                </a:lnTo>
                <a:lnTo>
                  <a:pt x="3688" y="14191"/>
                </a:lnTo>
                <a:lnTo>
                  <a:pt x="4006" y="14362"/>
                </a:lnTo>
                <a:lnTo>
                  <a:pt x="4323" y="14533"/>
                </a:lnTo>
                <a:lnTo>
                  <a:pt x="4665" y="14679"/>
                </a:lnTo>
                <a:lnTo>
                  <a:pt x="5007" y="14826"/>
                </a:lnTo>
                <a:lnTo>
                  <a:pt x="5374" y="14948"/>
                </a:lnTo>
                <a:lnTo>
                  <a:pt x="5740" y="15046"/>
                </a:lnTo>
                <a:lnTo>
                  <a:pt x="6106" y="15143"/>
                </a:lnTo>
                <a:lnTo>
                  <a:pt x="6473" y="15192"/>
                </a:lnTo>
                <a:lnTo>
                  <a:pt x="6863" y="15241"/>
                </a:lnTo>
                <a:lnTo>
                  <a:pt x="7254" y="15290"/>
                </a:lnTo>
                <a:lnTo>
                  <a:pt x="8036" y="15290"/>
                </a:lnTo>
                <a:lnTo>
                  <a:pt x="8426" y="15241"/>
                </a:lnTo>
                <a:lnTo>
                  <a:pt x="8817" y="15192"/>
                </a:lnTo>
                <a:lnTo>
                  <a:pt x="9184" y="15143"/>
                </a:lnTo>
                <a:lnTo>
                  <a:pt x="9550" y="15046"/>
                </a:lnTo>
                <a:lnTo>
                  <a:pt x="9916" y="14948"/>
                </a:lnTo>
                <a:lnTo>
                  <a:pt x="10283" y="14826"/>
                </a:lnTo>
                <a:lnTo>
                  <a:pt x="10625" y="14679"/>
                </a:lnTo>
                <a:lnTo>
                  <a:pt x="10966" y="14533"/>
                </a:lnTo>
                <a:lnTo>
                  <a:pt x="11284" y="14362"/>
                </a:lnTo>
                <a:lnTo>
                  <a:pt x="11601" y="14191"/>
                </a:lnTo>
                <a:lnTo>
                  <a:pt x="11919" y="13995"/>
                </a:lnTo>
                <a:lnTo>
                  <a:pt x="12212" y="13776"/>
                </a:lnTo>
                <a:lnTo>
                  <a:pt x="12505" y="13556"/>
                </a:lnTo>
                <a:lnTo>
                  <a:pt x="12774" y="13311"/>
                </a:lnTo>
                <a:lnTo>
                  <a:pt x="13042" y="13043"/>
                </a:lnTo>
                <a:lnTo>
                  <a:pt x="13311" y="12774"/>
                </a:lnTo>
                <a:lnTo>
                  <a:pt x="13555" y="12506"/>
                </a:lnTo>
                <a:lnTo>
                  <a:pt x="13775" y="12212"/>
                </a:lnTo>
                <a:lnTo>
                  <a:pt x="13995" y="11919"/>
                </a:lnTo>
                <a:lnTo>
                  <a:pt x="14190" y="11602"/>
                </a:lnTo>
                <a:lnTo>
                  <a:pt x="14361" y="11284"/>
                </a:lnTo>
                <a:lnTo>
                  <a:pt x="14532" y="10967"/>
                </a:lnTo>
                <a:lnTo>
                  <a:pt x="14679" y="10625"/>
                </a:lnTo>
                <a:lnTo>
                  <a:pt x="14825" y="10283"/>
                </a:lnTo>
                <a:lnTo>
                  <a:pt x="14947" y="9917"/>
                </a:lnTo>
                <a:lnTo>
                  <a:pt x="15045" y="9550"/>
                </a:lnTo>
                <a:lnTo>
                  <a:pt x="15143" y="9184"/>
                </a:lnTo>
                <a:lnTo>
                  <a:pt x="15192" y="8818"/>
                </a:lnTo>
                <a:lnTo>
                  <a:pt x="15240" y="8427"/>
                </a:lnTo>
                <a:lnTo>
                  <a:pt x="15289" y="8036"/>
                </a:lnTo>
                <a:lnTo>
                  <a:pt x="15289" y="7645"/>
                </a:lnTo>
                <a:lnTo>
                  <a:pt x="15289" y="7255"/>
                </a:lnTo>
                <a:lnTo>
                  <a:pt x="15240" y="6864"/>
                </a:lnTo>
                <a:lnTo>
                  <a:pt x="15192" y="6473"/>
                </a:lnTo>
                <a:lnTo>
                  <a:pt x="15143" y="6107"/>
                </a:lnTo>
                <a:lnTo>
                  <a:pt x="15045" y="5740"/>
                </a:lnTo>
                <a:lnTo>
                  <a:pt x="14947" y="5374"/>
                </a:lnTo>
                <a:lnTo>
                  <a:pt x="14825" y="5008"/>
                </a:lnTo>
                <a:lnTo>
                  <a:pt x="14679" y="4666"/>
                </a:lnTo>
                <a:lnTo>
                  <a:pt x="14532" y="4324"/>
                </a:lnTo>
                <a:lnTo>
                  <a:pt x="14361" y="4006"/>
                </a:lnTo>
                <a:lnTo>
                  <a:pt x="14190" y="3689"/>
                </a:lnTo>
                <a:lnTo>
                  <a:pt x="13995" y="3371"/>
                </a:lnTo>
                <a:lnTo>
                  <a:pt x="13775" y="3078"/>
                </a:lnTo>
                <a:lnTo>
                  <a:pt x="13555" y="2785"/>
                </a:lnTo>
                <a:lnTo>
                  <a:pt x="13311" y="2516"/>
                </a:lnTo>
                <a:lnTo>
                  <a:pt x="13042" y="2248"/>
                </a:lnTo>
                <a:lnTo>
                  <a:pt x="12774" y="1979"/>
                </a:lnTo>
                <a:lnTo>
                  <a:pt x="12505" y="1735"/>
                </a:lnTo>
                <a:lnTo>
                  <a:pt x="12212" y="1515"/>
                </a:lnTo>
                <a:lnTo>
                  <a:pt x="11919" y="1295"/>
                </a:lnTo>
                <a:lnTo>
                  <a:pt x="11601" y="1100"/>
                </a:lnTo>
                <a:lnTo>
                  <a:pt x="11284" y="929"/>
                </a:lnTo>
                <a:lnTo>
                  <a:pt x="10966" y="758"/>
                </a:lnTo>
                <a:lnTo>
                  <a:pt x="10625" y="611"/>
                </a:lnTo>
                <a:lnTo>
                  <a:pt x="10283" y="465"/>
                </a:lnTo>
                <a:lnTo>
                  <a:pt x="9916" y="343"/>
                </a:lnTo>
                <a:lnTo>
                  <a:pt x="9550" y="245"/>
                </a:lnTo>
                <a:lnTo>
                  <a:pt x="9184" y="147"/>
                </a:lnTo>
                <a:lnTo>
                  <a:pt x="8817" y="99"/>
                </a:lnTo>
                <a:lnTo>
                  <a:pt x="8426" y="50"/>
                </a:lnTo>
                <a:lnTo>
                  <a:pt x="80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5"/>
          <p:cNvSpPr txBox="1">
            <a:spLocks noGrp="1"/>
          </p:cNvSpPr>
          <p:nvPr>
            <p:ph type="sldNum" idx="12"/>
          </p:nvPr>
        </p:nvSpPr>
        <p:spPr>
          <a:xfrm>
            <a:off x="13557" y="4785525"/>
            <a:ext cx="548700" cy="357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fld id="{00000000-1234-1234-1234-123412341234}" type="slidenum">
              <a:rPr lang="en"/>
              <a:t>9</a:t>
            </a:fld>
            <a:endParaRPr/>
          </a:p>
        </p:txBody>
      </p:sp>
    </p:spTree>
  </p:cSld>
  <p:clrMapOvr>
    <a:masterClrMapping/>
  </p:clrMapOvr>
</p:sld>
</file>

<file path=ppt/theme/theme1.xml><?xml version="1.0" encoding="utf-8"?>
<a:theme xmlns:a="http://schemas.openxmlformats.org/drawingml/2006/main" name="Imogen template">
  <a:themeElements>
    <a:clrScheme name="Custom 347">
      <a:dk1>
        <a:srgbClr val="FFFFFF"/>
      </a:dk1>
      <a:lt1>
        <a:srgbClr val="0E293C"/>
      </a:lt1>
      <a:dk2>
        <a:srgbClr val="BBC9D3"/>
      </a:dk2>
      <a:lt2>
        <a:srgbClr val="184769"/>
      </a:lt2>
      <a:accent1>
        <a:srgbClr val="00E1C6"/>
      </a:accent1>
      <a:accent2>
        <a:srgbClr val="19BBD5"/>
      </a:accent2>
      <a:accent3>
        <a:srgbClr val="2C9DDE"/>
      </a:accent3>
      <a:accent4>
        <a:srgbClr val="3274E1"/>
      </a:accent4>
      <a:accent5>
        <a:srgbClr val="4C4ED5"/>
      </a:accent5>
      <a:accent6>
        <a:srgbClr val="5CF55F"/>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0242DC707EC874EBB896EE19BE41CF5" ma:contentTypeVersion="11" ma:contentTypeDescription="Create a new document." ma:contentTypeScope="" ma:versionID="272738a8f5ba7a96003a1b74e557c846">
  <xsd:schema xmlns:xsd="http://www.w3.org/2001/XMLSchema" xmlns:xs="http://www.w3.org/2001/XMLSchema" xmlns:p="http://schemas.microsoft.com/office/2006/metadata/properties" xmlns:ns2="cc854b23-1f66-4cca-98f9-bb868a4fcff3" xmlns:ns3="eee051cf-83cd-4bb9-be1d-26eeefa50579" targetNamespace="http://schemas.microsoft.com/office/2006/metadata/properties" ma:root="true" ma:fieldsID="385d008d0f33e7f45d7e03624d982603" ns2:_="" ns3:_="">
    <xsd:import namespace="cc854b23-1f66-4cca-98f9-bb868a4fcff3"/>
    <xsd:import namespace="eee051cf-83cd-4bb9-be1d-26eeefa5057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854b23-1f66-4cca-98f9-bb868a4fcf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40513edf-9d01-408c-8f50-b47e619fdba3"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ee051cf-83cd-4bb9-be1d-26eeefa50579"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dafcb662-1c10-4c3c-85f1-81eeaed1b053}" ma:internalName="TaxCatchAll" ma:showField="CatchAllData" ma:web="eee051cf-83cd-4bb9-be1d-26eeefa505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c854b23-1f66-4cca-98f9-bb868a4fcff3">
      <Terms xmlns="http://schemas.microsoft.com/office/infopath/2007/PartnerControls"/>
    </lcf76f155ced4ddcb4097134ff3c332f>
    <TaxCatchAll xmlns="eee051cf-83cd-4bb9-be1d-26eeefa50579" xsi:nil="true"/>
  </documentManagement>
</p:properties>
</file>

<file path=customXml/itemProps1.xml><?xml version="1.0" encoding="utf-8"?>
<ds:datastoreItem xmlns:ds="http://schemas.openxmlformats.org/officeDocument/2006/customXml" ds:itemID="{633303EF-6430-47EF-BC97-B5C411AC1EEA}"/>
</file>

<file path=customXml/itemProps2.xml><?xml version="1.0" encoding="utf-8"?>
<ds:datastoreItem xmlns:ds="http://schemas.openxmlformats.org/officeDocument/2006/customXml" ds:itemID="{878A2744-986C-4C19-A80C-37A89B55F0F0}"/>
</file>

<file path=customXml/itemProps3.xml><?xml version="1.0" encoding="utf-8"?>
<ds:datastoreItem xmlns:ds="http://schemas.openxmlformats.org/officeDocument/2006/customXml" ds:itemID="{62226952-6A37-465C-93AD-987B8679D94A}"/>
</file>

<file path=docProps/app.xml><?xml version="1.0" encoding="utf-8"?>
<Properties xmlns="http://schemas.openxmlformats.org/officeDocument/2006/extended-properties" xmlns:vt="http://schemas.openxmlformats.org/officeDocument/2006/docPropsVTypes">
  <TotalTime>827</TotalTime>
  <Words>321</Words>
  <Application>Microsoft Office PowerPoint</Application>
  <PresentationFormat>On-screen Show (16:9)</PresentationFormat>
  <Paragraphs>36</Paragraphs>
  <Slides>9</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Google Sans</vt:lpstr>
      <vt:lpstr>Lato</vt:lpstr>
      <vt:lpstr>Nixie One</vt:lpstr>
      <vt:lpstr>Helvetica Neue</vt:lpstr>
      <vt:lpstr>-apple-system</vt:lpstr>
      <vt:lpstr>Arial</vt:lpstr>
      <vt:lpstr>Muli</vt:lpstr>
      <vt:lpstr>Imogen template</vt:lpstr>
      <vt:lpstr>JS Design Pattern Day2  Presented By :Asmaa Ahmed  </vt:lpstr>
      <vt:lpstr>Design Patterns Types</vt:lpstr>
      <vt:lpstr>Strategy Pattern</vt:lpstr>
      <vt:lpstr>Observer Pattern</vt:lpstr>
      <vt:lpstr>Observer Pattern</vt:lpstr>
      <vt:lpstr>Solid Principles</vt:lpstr>
      <vt:lpstr>Single Responsibility Principle</vt:lpstr>
      <vt:lpstr>Open–Closed Principle (OCP)</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cp:lastModifiedBy>Asmaa Ahmed Marzouk</cp:lastModifiedBy>
  <cp:revision>236</cp:revision>
  <dcterms:modified xsi:type="dcterms:W3CDTF">2024-07-08T06:36:48Z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0x010100C0242DC707EC874EBB896EE19BE41CF5</vt:lpwstr>
  </property>
  <property fmtid="{D5CDD505-2E9C-101B-9397-08002B2CF9AE}" pid="3" name="MediaServiceImageTags">
    <vt:lpwstr/>
  </property>
</Properties>
</file>